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6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7"/>
    <p:restoredTop sz="94597"/>
  </p:normalViewPr>
  <p:slideViewPr>
    <p:cSldViewPr snapToGrid="0">
      <p:cViewPr varScale="1">
        <p:scale>
          <a:sx n="114" d="100"/>
          <a:sy n="114" d="100"/>
        </p:scale>
        <p:origin x="4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74478-76C1-FA41-BA15-DF82022DDE77}" type="datetimeFigureOut">
              <a:rPr kumimoji="1" lang="ja-JP" altLang="en-US" smtClean="0"/>
              <a:t>2026/6/16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85851-E67B-BC47-9934-22E5CC8965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1409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74478-76C1-FA41-BA15-DF82022DDE77}" type="datetimeFigureOut">
              <a:rPr kumimoji="1" lang="ja-JP" altLang="en-US" smtClean="0"/>
              <a:t>2026/6/16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85851-E67B-BC47-9934-22E5CC8965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039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74478-76C1-FA41-BA15-DF82022DDE77}" type="datetimeFigureOut">
              <a:rPr kumimoji="1" lang="ja-JP" altLang="en-US" smtClean="0"/>
              <a:t>2026/6/16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85851-E67B-BC47-9934-22E5CC8965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2633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74478-76C1-FA41-BA15-DF82022DDE77}" type="datetimeFigureOut">
              <a:rPr kumimoji="1" lang="ja-JP" altLang="en-US" smtClean="0"/>
              <a:t>2026/6/16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85851-E67B-BC47-9934-22E5CC8965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9002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74478-76C1-FA41-BA15-DF82022DDE77}" type="datetimeFigureOut">
              <a:rPr kumimoji="1" lang="ja-JP" altLang="en-US" smtClean="0"/>
              <a:t>2026/6/16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85851-E67B-BC47-9934-22E5CC8965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0273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74478-76C1-FA41-BA15-DF82022DDE77}" type="datetimeFigureOut">
              <a:rPr kumimoji="1" lang="ja-JP" altLang="en-US" smtClean="0"/>
              <a:t>2026/6/16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85851-E67B-BC47-9934-22E5CC8965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3300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74478-76C1-FA41-BA15-DF82022DDE77}" type="datetimeFigureOut">
              <a:rPr kumimoji="1" lang="ja-JP" altLang="en-US" smtClean="0"/>
              <a:t>2026/6/16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85851-E67B-BC47-9934-22E5CC8965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2682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74478-76C1-FA41-BA15-DF82022DDE77}" type="datetimeFigureOut">
              <a:rPr kumimoji="1" lang="ja-JP" altLang="en-US" smtClean="0"/>
              <a:t>2026/6/16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85851-E67B-BC47-9934-22E5CC8965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9403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74478-76C1-FA41-BA15-DF82022DDE77}" type="datetimeFigureOut">
              <a:rPr kumimoji="1" lang="ja-JP" altLang="en-US" smtClean="0"/>
              <a:t>2026/6/16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85851-E67B-BC47-9934-22E5CC8965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1551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74478-76C1-FA41-BA15-DF82022DDE77}" type="datetimeFigureOut">
              <a:rPr kumimoji="1" lang="ja-JP" altLang="en-US" smtClean="0"/>
              <a:t>2026/6/16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85851-E67B-BC47-9934-22E5CC8965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5050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74478-76C1-FA41-BA15-DF82022DDE77}" type="datetimeFigureOut">
              <a:rPr kumimoji="1" lang="ja-JP" altLang="en-US" smtClean="0"/>
              <a:t>2026/6/16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85851-E67B-BC47-9934-22E5CC8965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99429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8819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E74478-76C1-FA41-BA15-DF82022DDE77}" type="datetimeFigureOut">
              <a:rPr kumimoji="1" lang="ja-JP" altLang="en-US" smtClean="0"/>
              <a:t>2026/6/16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B85851-E67B-BC47-9934-22E5CC8965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692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円/楕円 79">
            <a:extLst>
              <a:ext uri="{FF2B5EF4-FFF2-40B4-BE49-F238E27FC236}">
                <a16:creationId xmlns:a16="http://schemas.microsoft.com/office/drawing/2014/main" id="{3C12CA90-42F2-488F-B9B7-67F0980FF610}"/>
              </a:ext>
            </a:extLst>
          </p:cNvPr>
          <p:cNvSpPr>
            <a:spLocks noGrp="1"/>
          </p:cNvSpPr>
          <p:nvPr/>
        </p:nvSpPr>
        <p:spPr>
          <a:xfrm>
            <a:off x="8039100" y="30003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円/楕円 1">
            <a:extLst>
              <a:ext uri="{FF2B5EF4-FFF2-40B4-BE49-F238E27FC236}">
                <a16:creationId xmlns:a16="http://schemas.microsoft.com/office/drawing/2014/main" id="{C94390E3-83CF-4146-8800-D2074C9E1FAA}"/>
              </a:ext>
            </a:extLst>
          </p:cNvPr>
          <p:cNvSpPr>
            <a:spLocks noGrp="1"/>
          </p:cNvSpPr>
          <p:nvPr/>
        </p:nvSpPr>
        <p:spPr>
          <a:xfrm>
            <a:off x="8048625" y="61864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3" name="直線矢印コネクタ 2"/>
          <p:cNvCxnSpPr>
            <a:stCxn id="1" idx="3"/>
            <a:endCxn id="2" idx="1"/>
          </p:cNvCxnSpPr>
          <p:nvPr/>
        </p:nvCxnSpPr>
        <p:spPr>
          <a:xfrm>
            <a:off x="8040495" y="308168"/>
            <a:ext cx="9525" cy="5879715"/>
          </a:xfrm>
          <a:prstGeom prst="straightConnector1">
            <a:avLst/>
          </a:prstGeom>
          <a:ln w="19050">
            <a:solidFill>
              <a:srgbClr val="243449"/>
            </a:solidFill>
            <a:prstDash val="solid"/>
          </a:ln>
        </p:spPr>
      </p:cxn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C648507-7019-497E-AD79-55B59B65B18B}"/>
              </a:ext>
            </a:extLst>
          </p:cNvPr>
          <p:cNvSpPr>
            <a:spLocks noGrp="1"/>
          </p:cNvSpPr>
          <p:nvPr/>
        </p:nvSpPr>
        <p:spPr>
          <a:xfrm>
            <a:off x="571500" y="552450"/>
            <a:ext cx="571500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38BDF8"/>
                </a:solidFill>
                <a:latin typeface="Hiragino Sans"/>
                <a:ea typeface="Hiragino Sans"/>
                <a:cs typeface="Hiragino Sans"/>
              </a:defRPr>
            </a:pPr>
            <a:r>
              <a:t>POSE-BASED ACTIVITY RECOGNITION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104EE88-5377-4AA2-8AF1-A1A3BBDB66C9}"/>
              </a:ext>
            </a:extLst>
          </p:cNvPr>
          <p:cNvSpPr>
            <a:spLocks noGrp="1"/>
          </p:cNvSpPr>
          <p:nvPr/>
        </p:nvSpPr>
        <p:spPr>
          <a:xfrm>
            <a:off x="552450" y="1123950"/>
            <a:ext cx="6858000" cy="12573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4050" b="1">
                <a:solidFill>
                  <a:srgbClr val="F8FAFC"/>
                </a:solidFill>
                <a:latin typeface="Hiragino Sans"/>
                <a:ea typeface="Hiragino Sans"/>
                <a:cs typeface="Hiragino Sans"/>
              </a:defRPr>
            </a:pPr>
            <a:r>
              <a:rPr dirty="0" err="1"/>
              <a:t>姿勢キーポイントから</a:t>
            </a:r>
            <a:r>
              <a:rPr dirty="0"/>
              <a:t> </a:t>
            </a:r>
            <a:r>
              <a:rPr dirty="0" err="1"/>
              <a:t>異常活動を認識する</a:t>
            </a:r>
            <a:endParaRPr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1A66805-4AAF-4688-A0F2-48B7454C8228}"/>
              </a:ext>
            </a:extLst>
          </p:cNvPr>
          <p:cNvSpPr>
            <a:spLocks noGrp="1"/>
          </p:cNvSpPr>
          <p:nvPr/>
        </p:nvSpPr>
        <p:spPr>
          <a:xfrm>
            <a:off x="590550" y="2609850"/>
            <a:ext cx="6953250" cy="5524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94A3B8"/>
                </a:solidFill>
                <a:latin typeface="Hiragino Sans"/>
                <a:ea typeface="Hiragino Sans"/>
                <a:cs typeface="Hiragino Sans"/>
              </a:defRPr>
            </a:pPr>
            <a:r>
              <a:t>ラベル付き姿勢データで学習し、LOSOで未知被験者への汎化性能を評価</a:t>
            </a:r>
          </a:p>
        </p:txBody>
      </p:sp>
      <p:sp>
        <p:nvSpPr>
          <p:cNvPr id="7" name="円/楕円 6">
            <a:extLst>
              <a:ext uri="{FF2B5EF4-FFF2-40B4-BE49-F238E27FC236}">
                <a16:creationId xmlns:a16="http://schemas.microsoft.com/office/drawing/2014/main" id="{2953C25F-B28F-4962-BD4F-51723AF7C0F6}"/>
              </a:ext>
            </a:extLst>
          </p:cNvPr>
          <p:cNvSpPr>
            <a:spLocks noGrp="1"/>
          </p:cNvSpPr>
          <p:nvPr/>
        </p:nvSpPr>
        <p:spPr>
          <a:xfrm>
            <a:off x="581025" y="3471863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円/楕円 7">
            <a:extLst>
              <a:ext uri="{FF2B5EF4-FFF2-40B4-BE49-F238E27FC236}">
                <a16:creationId xmlns:a16="http://schemas.microsoft.com/office/drawing/2014/main" id="{1BCD1103-6CA0-49E3-A02B-E5397E162737}"/>
              </a:ext>
            </a:extLst>
          </p:cNvPr>
          <p:cNvSpPr>
            <a:spLocks noGrp="1"/>
          </p:cNvSpPr>
          <p:nvPr/>
        </p:nvSpPr>
        <p:spPr>
          <a:xfrm>
            <a:off x="7239000" y="3471863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9" name="直線矢印コネクタ 8"/>
          <p:cNvCxnSpPr>
            <a:stCxn id="7" idx="3"/>
            <a:endCxn id="8" idx="1"/>
          </p:cNvCxnSpPr>
          <p:nvPr/>
        </p:nvCxnSpPr>
        <p:spPr>
          <a:xfrm flipV="1">
            <a:off x="582420" y="3473258"/>
            <a:ext cx="6657975" cy="6735"/>
          </a:xfrm>
          <a:prstGeom prst="straightConnector1">
            <a:avLst/>
          </a:prstGeom>
          <a:ln w="9525">
            <a:solidFill>
              <a:srgbClr val="243449"/>
            </a:solidFill>
            <a:prstDash val="solid"/>
          </a:ln>
        </p:spPr>
      </p:cxn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1A99F9AA-F3A1-48C4-BA54-7C4873B971CC}"/>
              </a:ext>
            </a:extLst>
          </p:cNvPr>
          <p:cNvSpPr>
            <a:spLocks noGrp="1"/>
          </p:cNvSpPr>
          <p:nvPr/>
        </p:nvSpPr>
        <p:spPr>
          <a:xfrm>
            <a:off x="590550" y="3810000"/>
            <a:ext cx="1714500" cy="552450"/>
          </a:xfrm>
          <a:prstGeom prst="rect">
            <a:avLst/>
          </a:prstGeom>
        </p:spPr>
        <p:txBody>
          <a:bodyPr lIns="0" tIns="0" rIns="0" bIns="0" anchor="t">
            <a:normAutofit fontScale="97911"/>
          </a:bodyPr>
          <a:lstStyle/>
          <a:p>
            <a:pPr algn="l">
              <a:defRPr sz="3600" b="1">
                <a:solidFill>
                  <a:srgbClr val="38BDF8"/>
                </a:solidFill>
                <a:latin typeface="Hiragino Sans"/>
                <a:ea typeface="Hiragino Sans"/>
                <a:cs typeface="Hiragino Sans"/>
              </a:defRPr>
            </a:pPr>
            <a:r>
              <a:t>0.6295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9C26FB31-824B-4D0A-B305-5A41D4687A1F}"/>
              </a:ext>
            </a:extLst>
          </p:cNvPr>
          <p:cNvSpPr>
            <a:spLocks noGrp="1"/>
          </p:cNvSpPr>
          <p:nvPr/>
        </p:nvSpPr>
        <p:spPr>
          <a:xfrm>
            <a:off x="590550" y="4362450"/>
            <a:ext cx="180975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F8FAFC"/>
                </a:solidFill>
                <a:latin typeface="Hiragino Sans"/>
                <a:ea typeface="Hiragino Sans"/>
                <a:cs typeface="Hiragino Sans"/>
              </a:defRPr>
            </a:pPr>
            <a:r>
              <a:t>LOSO Accuracy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CB2C119-9BC5-4053-AF4D-D707495C276E}"/>
              </a:ext>
            </a:extLst>
          </p:cNvPr>
          <p:cNvSpPr>
            <a:spLocks noGrp="1"/>
          </p:cNvSpPr>
          <p:nvPr/>
        </p:nvSpPr>
        <p:spPr>
          <a:xfrm>
            <a:off x="590550" y="4610100"/>
            <a:ext cx="1809750" cy="209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Hiragino Sans"/>
                <a:ea typeface="Hiragino Sans"/>
                <a:cs typeface="Hiragino Sans"/>
              </a:defRPr>
            </a:pPr>
            <a:r>
              <a:t>改善前 0.5500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FD20B217-5FDF-44AB-9A6A-EA90640867A4}"/>
              </a:ext>
            </a:extLst>
          </p:cNvPr>
          <p:cNvSpPr>
            <a:spLocks noGrp="1"/>
          </p:cNvSpPr>
          <p:nvPr/>
        </p:nvSpPr>
        <p:spPr>
          <a:xfrm>
            <a:off x="2762250" y="3810000"/>
            <a:ext cx="1714500" cy="552450"/>
          </a:xfrm>
          <a:prstGeom prst="rect">
            <a:avLst/>
          </a:prstGeom>
        </p:spPr>
        <p:txBody>
          <a:bodyPr lIns="0" tIns="0" rIns="0" bIns="0" anchor="t">
            <a:normAutofit fontScale="97911"/>
          </a:bodyPr>
          <a:lstStyle/>
          <a:p>
            <a:pPr algn="l">
              <a:defRPr sz="3600" b="1">
                <a:solidFill>
                  <a:srgbClr val="2DD4BF"/>
                </a:solidFill>
                <a:latin typeface="Hiragino Sans"/>
                <a:ea typeface="Hiragino Sans"/>
                <a:cs typeface="Hiragino Sans"/>
              </a:defRPr>
            </a:pPr>
            <a:r>
              <a:t>0.6279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867FF5A7-9D4F-42C6-BCFD-A139C87D69ED}"/>
              </a:ext>
            </a:extLst>
          </p:cNvPr>
          <p:cNvSpPr>
            <a:spLocks noGrp="1"/>
          </p:cNvSpPr>
          <p:nvPr/>
        </p:nvSpPr>
        <p:spPr>
          <a:xfrm>
            <a:off x="2762250" y="4362450"/>
            <a:ext cx="180975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F8FAFC"/>
                </a:solidFill>
                <a:latin typeface="Hiragino Sans"/>
                <a:ea typeface="Hiragino Sans"/>
                <a:cs typeface="Hiragino Sans"/>
              </a:defRPr>
            </a:pPr>
            <a:r>
              <a:t>Macro-F1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5E2A97E8-7DF1-42F5-9B2F-CE3164B711C9}"/>
              </a:ext>
            </a:extLst>
          </p:cNvPr>
          <p:cNvSpPr>
            <a:spLocks noGrp="1"/>
          </p:cNvSpPr>
          <p:nvPr/>
        </p:nvSpPr>
        <p:spPr>
          <a:xfrm>
            <a:off x="2762250" y="4610100"/>
            <a:ext cx="1809750" cy="209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Hiragino Sans"/>
                <a:ea typeface="Hiragino Sans"/>
                <a:cs typeface="Hiragino Sans"/>
              </a:defRPr>
            </a:pPr>
            <a:r>
              <a:t>改善前 0.5138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0BFFD5BC-F021-4405-B341-0CE35BE1F919}"/>
              </a:ext>
            </a:extLst>
          </p:cNvPr>
          <p:cNvSpPr>
            <a:spLocks noGrp="1"/>
          </p:cNvSpPr>
          <p:nvPr/>
        </p:nvSpPr>
        <p:spPr>
          <a:xfrm>
            <a:off x="4933950" y="3810000"/>
            <a:ext cx="1714500" cy="552450"/>
          </a:xfrm>
          <a:prstGeom prst="rect">
            <a:avLst/>
          </a:prstGeom>
        </p:spPr>
        <p:txBody>
          <a:bodyPr lIns="0" tIns="0" rIns="0" bIns="0" anchor="t">
            <a:normAutofit fontScale="97911"/>
          </a:bodyPr>
          <a:lstStyle/>
          <a:p>
            <a:pPr algn="l">
              <a:defRPr sz="3600" b="1">
                <a:solidFill>
                  <a:srgbClr val="FB7185"/>
                </a:solidFill>
                <a:latin typeface="Hiragino Sans"/>
                <a:ea typeface="Hiragino Sans"/>
                <a:cs typeface="Hiragino Sans"/>
              </a:defRPr>
            </a:pPr>
            <a:r>
              <a:t>0.7574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BD005A90-F8A1-454B-8558-6028CE080147}"/>
              </a:ext>
            </a:extLst>
          </p:cNvPr>
          <p:cNvSpPr>
            <a:spLocks noGrp="1"/>
          </p:cNvSpPr>
          <p:nvPr/>
        </p:nvSpPr>
        <p:spPr>
          <a:xfrm>
            <a:off x="4933950" y="4362450"/>
            <a:ext cx="180975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F8FAFC"/>
                </a:solidFill>
                <a:latin typeface="Hiragino Sans"/>
                <a:ea typeface="Hiragino Sans"/>
                <a:cs typeface="Hiragino Sans"/>
              </a:defRPr>
            </a:pPr>
            <a:r>
              <a:t>異常活動 F1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0C838AD5-C865-4C86-B563-CAF4610D7E10}"/>
              </a:ext>
            </a:extLst>
          </p:cNvPr>
          <p:cNvSpPr>
            <a:spLocks noGrp="1"/>
          </p:cNvSpPr>
          <p:nvPr/>
        </p:nvSpPr>
        <p:spPr>
          <a:xfrm>
            <a:off x="4933950" y="4610100"/>
            <a:ext cx="1809750" cy="209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Hiragino Sans"/>
                <a:ea typeface="Hiragino Sans"/>
                <a:cs typeface="Hiragino Sans"/>
              </a:defRPr>
            </a:pPr>
            <a:r>
              <a:t>改善前 0.6279</a:t>
            </a:r>
          </a:p>
        </p:txBody>
      </p:sp>
      <p:sp>
        <p:nvSpPr>
          <p:cNvPr id="19" name="cover-pose-head">
            <a:extLst>
              <a:ext uri="{FF2B5EF4-FFF2-40B4-BE49-F238E27FC236}">
                <a16:creationId xmlns:a16="http://schemas.microsoft.com/office/drawing/2014/main" id="{1B70F789-E58E-4920-8ED9-52FDD6E1A2A0}"/>
              </a:ext>
            </a:extLst>
          </p:cNvPr>
          <p:cNvSpPr>
            <a:spLocks noGrp="1"/>
          </p:cNvSpPr>
          <p:nvPr/>
        </p:nvSpPr>
        <p:spPr>
          <a:xfrm>
            <a:off x="9792843" y="1485138"/>
            <a:ext cx="512064" cy="512064"/>
          </a:xfrm>
          <a:prstGeom prst="ellipse">
            <a:avLst/>
          </a:prstGeom>
          <a:solidFill>
            <a:srgbClr val="111C2E"/>
          </a:solidFill>
          <a:ln w="28575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cover-pose-bone-0:from-anchor">
            <a:extLst>
              <a:ext uri="{FF2B5EF4-FFF2-40B4-BE49-F238E27FC236}">
                <a16:creationId xmlns:a16="http://schemas.microsoft.com/office/drawing/2014/main" id="{037E537D-85B4-4A2A-B6EB-4EABAC6092EA}"/>
              </a:ext>
            </a:extLst>
          </p:cNvPr>
          <p:cNvSpPr>
            <a:spLocks noGrp="1"/>
          </p:cNvSpPr>
          <p:nvPr/>
        </p:nvSpPr>
        <p:spPr>
          <a:xfrm>
            <a:off x="10048875" y="2187512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cover-pose-bone-0:to-anchor">
            <a:extLst>
              <a:ext uri="{FF2B5EF4-FFF2-40B4-BE49-F238E27FC236}">
                <a16:creationId xmlns:a16="http://schemas.microsoft.com/office/drawing/2014/main" id="{1003D716-C5F5-4D4C-88D8-9393F961A30A}"/>
              </a:ext>
            </a:extLst>
          </p:cNvPr>
          <p:cNvSpPr>
            <a:spLocks noGrp="1"/>
          </p:cNvSpPr>
          <p:nvPr/>
        </p:nvSpPr>
        <p:spPr>
          <a:xfrm>
            <a:off x="9527286" y="240696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22" name="cover-pose-bone-0"/>
          <p:cNvCxnSpPr>
            <a:stCxn id="20" idx="1"/>
            <a:endCxn id="21" idx="3"/>
          </p:cNvCxnSpPr>
          <p:nvPr/>
        </p:nvCxnSpPr>
        <p:spPr>
          <a:xfrm flipH="1">
            <a:off x="9528681" y="2188907"/>
            <a:ext cx="521589" cy="226191"/>
          </a:xfrm>
          <a:prstGeom prst="straightConnector1">
            <a:avLst/>
          </a:prstGeom>
          <a:ln w="60960">
            <a:solidFill>
              <a:srgbClr val="38BDF8"/>
            </a:solidFill>
            <a:prstDash val="solid"/>
          </a:ln>
        </p:spPr>
      </p:cxnSp>
      <p:sp>
        <p:nvSpPr>
          <p:cNvPr id="23" name="cover-pose-bone-1:from-anchor">
            <a:extLst>
              <a:ext uri="{FF2B5EF4-FFF2-40B4-BE49-F238E27FC236}">
                <a16:creationId xmlns:a16="http://schemas.microsoft.com/office/drawing/2014/main" id="{A10FC36E-595E-40FB-901C-AF80F757650F}"/>
              </a:ext>
            </a:extLst>
          </p:cNvPr>
          <p:cNvSpPr>
            <a:spLocks noGrp="1"/>
          </p:cNvSpPr>
          <p:nvPr/>
        </p:nvSpPr>
        <p:spPr>
          <a:xfrm>
            <a:off x="10039350" y="2187512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cover-pose-bone-1:to-anchor">
            <a:extLst>
              <a:ext uri="{FF2B5EF4-FFF2-40B4-BE49-F238E27FC236}">
                <a16:creationId xmlns:a16="http://schemas.microsoft.com/office/drawing/2014/main" id="{59CF5C38-F9BD-44FB-801E-609811F308B8}"/>
              </a:ext>
            </a:extLst>
          </p:cNvPr>
          <p:cNvSpPr>
            <a:spLocks noGrp="1"/>
          </p:cNvSpPr>
          <p:nvPr/>
        </p:nvSpPr>
        <p:spPr>
          <a:xfrm>
            <a:off x="10560939" y="240696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25" name="cover-pose-bone-1"/>
          <p:cNvCxnSpPr>
            <a:stCxn id="23" idx="3"/>
            <a:endCxn id="24" idx="1"/>
          </p:cNvCxnSpPr>
          <p:nvPr/>
        </p:nvCxnSpPr>
        <p:spPr>
          <a:xfrm>
            <a:off x="10040745" y="2195642"/>
            <a:ext cx="521589" cy="212721"/>
          </a:xfrm>
          <a:prstGeom prst="straightConnector1">
            <a:avLst/>
          </a:prstGeom>
          <a:ln w="60960">
            <a:solidFill>
              <a:srgbClr val="38BDF8"/>
            </a:solidFill>
            <a:prstDash val="solid"/>
          </a:ln>
        </p:spPr>
      </p:cxnSp>
      <p:sp>
        <p:nvSpPr>
          <p:cNvPr id="26" name="cover-pose-bone-2:from-anchor">
            <a:extLst>
              <a:ext uri="{FF2B5EF4-FFF2-40B4-BE49-F238E27FC236}">
                <a16:creationId xmlns:a16="http://schemas.microsoft.com/office/drawing/2014/main" id="{544C1FD8-5953-45C8-ADBD-87623C86344A}"/>
              </a:ext>
            </a:extLst>
          </p:cNvPr>
          <p:cNvSpPr>
            <a:spLocks noGrp="1"/>
          </p:cNvSpPr>
          <p:nvPr/>
        </p:nvSpPr>
        <p:spPr>
          <a:xfrm>
            <a:off x="9536811" y="240696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cover-pose-bone-2:to-anchor">
            <a:extLst>
              <a:ext uri="{FF2B5EF4-FFF2-40B4-BE49-F238E27FC236}">
                <a16:creationId xmlns:a16="http://schemas.microsoft.com/office/drawing/2014/main" id="{D3BB125B-C4D8-4FA5-946C-118E33E8B3E9}"/>
              </a:ext>
            </a:extLst>
          </p:cNvPr>
          <p:cNvSpPr>
            <a:spLocks noGrp="1"/>
          </p:cNvSpPr>
          <p:nvPr/>
        </p:nvSpPr>
        <p:spPr>
          <a:xfrm>
            <a:off x="9210294" y="307752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28" name="cover-pose-bone-2"/>
          <p:cNvCxnSpPr>
            <a:stCxn id="26" idx="1"/>
            <a:endCxn id="27" idx="3"/>
          </p:cNvCxnSpPr>
          <p:nvPr/>
        </p:nvCxnSpPr>
        <p:spPr>
          <a:xfrm flipH="1">
            <a:off x="9211689" y="2408363"/>
            <a:ext cx="326517" cy="677295"/>
          </a:xfrm>
          <a:prstGeom prst="straightConnector1">
            <a:avLst/>
          </a:prstGeom>
          <a:ln w="60960">
            <a:solidFill>
              <a:srgbClr val="38BDF8"/>
            </a:solidFill>
            <a:prstDash val="solid"/>
          </a:ln>
        </p:spPr>
      </p:cxnSp>
      <p:sp>
        <p:nvSpPr>
          <p:cNvPr id="29" name="cover-pose-bone-3:from-anchor">
            <a:extLst>
              <a:ext uri="{FF2B5EF4-FFF2-40B4-BE49-F238E27FC236}">
                <a16:creationId xmlns:a16="http://schemas.microsoft.com/office/drawing/2014/main" id="{0B7F1FDE-160E-426A-A87D-C9BB2BC5F1F8}"/>
              </a:ext>
            </a:extLst>
          </p:cNvPr>
          <p:cNvSpPr>
            <a:spLocks noGrp="1"/>
          </p:cNvSpPr>
          <p:nvPr/>
        </p:nvSpPr>
        <p:spPr>
          <a:xfrm>
            <a:off x="9210294" y="307752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cover-pose-bone-3:to-anchor">
            <a:extLst>
              <a:ext uri="{FF2B5EF4-FFF2-40B4-BE49-F238E27FC236}">
                <a16:creationId xmlns:a16="http://schemas.microsoft.com/office/drawing/2014/main" id="{C519E393-E7E1-4427-8B9A-7F722CC2E890}"/>
              </a:ext>
            </a:extLst>
          </p:cNvPr>
          <p:cNvSpPr>
            <a:spLocks noGrp="1"/>
          </p:cNvSpPr>
          <p:nvPr/>
        </p:nvSpPr>
        <p:spPr>
          <a:xfrm>
            <a:off x="9524619" y="3650552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31" name="cover-pose-bone-3"/>
          <p:cNvCxnSpPr>
            <a:stCxn id="29" idx="3"/>
            <a:endCxn id="30" idx="1"/>
          </p:cNvCxnSpPr>
          <p:nvPr/>
        </p:nvCxnSpPr>
        <p:spPr>
          <a:xfrm>
            <a:off x="9211689" y="3085658"/>
            <a:ext cx="314325" cy="566289"/>
          </a:xfrm>
          <a:prstGeom prst="straightConnector1">
            <a:avLst/>
          </a:prstGeom>
          <a:ln w="60960">
            <a:solidFill>
              <a:srgbClr val="38BDF8"/>
            </a:solidFill>
            <a:prstDash val="solid"/>
          </a:ln>
        </p:spPr>
      </p:cxnSp>
      <p:sp>
        <p:nvSpPr>
          <p:cNvPr id="32" name="cover-pose-bone-4:from-anchor">
            <a:extLst>
              <a:ext uri="{FF2B5EF4-FFF2-40B4-BE49-F238E27FC236}">
                <a16:creationId xmlns:a16="http://schemas.microsoft.com/office/drawing/2014/main" id="{D3AEF8F2-3F9C-46A7-B8DA-E219CECC49A9}"/>
              </a:ext>
            </a:extLst>
          </p:cNvPr>
          <p:cNvSpPr>
            <a:spLocks noGrp="1"/>
          </p:cNvSpPr>
          <p:nvPr/>
        </p:nvSpPr>
        <p:spPr>
          <a:xfrm>
            <a:off x="10551414" y="240696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cover-pose-bone-4:to-anchor">
            <a:extLst>
              <a:ext uri="{FF2B5EF4-FFF2-40B4-BE49-F238E27FC236}">
                <a16:creationId xmlns:a16="http://schemas.microsoft.com/office/drawing/2014/main" id="{4571F782-59F8-4805-8D8D-E81F304A79FE}"/>
              </a:ext>
            </a:extLst>
          </p:cNvPr>
          <p:cNvSpPr>
            <a:spLocks noGrp="1"/>
          </p:cNvSpPr>
          <p:nvPr/>
        </p:nvSpPr>
        <p:spPr>
          <a:xfrm>
            <a:off x="10926699" y="2943416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34" name="cover-pose-bone-4"/>
          <p:cNvCxnSpPr>
            <a:stCxn id="32" idx="3"/>
            <a:endCxn id="33" idx="1"/>
          </p:cNvCxnSpPr>
          <p:nvPr/>
        </p:nvCxnSpPr>
        <p:spPr>
          <a:xfrm>
            <a:off x="10552809" y="2415098"/>
            <a:ext cx="375285" cy="529713"/>
          </a:xfrm>
          <a:prstGeom prst="straightConnector1">
            <a:avLst/>
          </a:prstGeom>
          <a:ln w="60960">
            <a:solidFill>
              <a:srgbClr val="38BDF8"/>
            </a:solidFill>
            <a:prstDash val="solid"/>
          </a:ln>
        </p:spPr>
      </p:cxnSp>
      <p:sp>
        <p:nvSpPr>
          <p:cNvPr id="35" name="cover-pose-bone-5:from-anchor">
            <a:extLst>
              <a:ext uri="{FF2B5EF4-FFF2-40B4-BE49-F238E27FC236}">
                <a16:creationId xmlns:a16="http://schemas.microsoft.com/office/drawing/2014/main" id="{29C282FA-6629-445E-A2FE-40840A6BB9A5}"/>
              </a:ext>
            </a:extLst>
          </p:cNvPr>
          <p:cNvSpPr>
            <a:spLocks noGrp="1"/>
          </p:cNvSpPr>
          <p:nvPr/>
        </p:nvSpPr>
        <p:spPr>
          <a:xfrm>
            <a:off x="10917174" y="2943416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cover-pose-bone-5:to-anchor">
            <a:extLst>
              <a:ext uri="{FF2B5EF4-FFF2-40B4-BE49-F238E27FC236}">
                <a16:creationId xmlns:a16="http://schemas.microsoft.com/office/drawing/2014/main" id="{3654B72B-DF22-46C3-B029-1685125D6582}"/>
              </a:ext>
            </a:extLst>
          </p:cNvPr>
          <p:cNvSpPr>
            <a:spLocks noGrp="1"/>
          </p:cNvSpPr>
          <p:nvPr/>
        </p:nvSpPr>
        <p:spPr>
          <a:xfrm>
            <a:off x="11194923" y="34432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37" name="cover-pose-bone-5"/>
          <p:cNvCxnSpPr>
            <a:stCxn id="35" idx="3"/>
            <a:endCxn id="36" idx="1"/>
          </p:cNvCxnSpPr>
          <p:nvPr/>
        </p:nvCxnSpPr>
        <p:spPr>
          <a:xfrm>
            <a:off x="10918569" y="2951546"/>
            <a:ext cx="277749" cy="493137"/>
          </a:xfrm>
          <a:prstGeom prst="straightConnector1">
            <a:avLst/>
          </a:prstGeom>
          <a:ln w="60960">
            <a:solidFill>
              <a:srgbClr val="FB7185"/>
            </a:solidFill>
            <a:prstDash val="solid"/>
          </a:ln>
        </p:spPr>
      </p:cxnSp>
      <p:sp>
        <p:nvSpPr>
          <p:cNvPr id="38" name="cover-pose-bone-6:from-anchor">
            <a:extLst>
              <a:ext uri="{FF2B5EF4-FFF2-40B4-BE49-F238E27FC236}">
                <a16:creationId xmlns:a16="http://schemas.microsoft.com/office/drawing/2014/main" id="{1F1DE58D-E2DC-4956-BAD0-5BE4D433E3E7}"/>
              </a:ext>
            </a:extLst>
          </p:cNvPr>
          <p:cNvSpPr>
            <a:spLocks noGrp="1"/>
          </p:cNvSpPr>
          <p:nvPr/>
        </p:nvSpPr>
        <p:spPr>
          <a:xfrm>
            <a:off x="10039350" y="2187512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cover-pose-bone-6:to-anchor">
            <a:extLst>
              <a:ext uri="{FF2B5EF4-FFF2-40B4-BE49-F238E27FC236}">
                <a16:creationId xmlns:a16="http://schemas.microsoft.com/office/drawing/2014/main" id="{174053EE-0ACF-4111-84BA-3E3846874AE4}"/>
              </a:ext>
            </a:extLst>
          </p:cNvPr>
          <p:cNvSpPr>
            <a:spLocks noGrp="1"/>
          </p:cNvSpPr>
          <p:nvPr/>
        </p:nvSpPr>
        <p:spPr>
          <a:xfrm>
            <a:off x="10048875" y="3601784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40" name="cover-pose-bone-6"/>
          <p:cNvCxnSpPr>
            <a:stCxn id="38" idx="3"/>
            <a:endCxn id="39" idx="1"/>
          </p:cNvCxnSpPr>
          <p:nvPr/>
        </p:nvCxnSpPr>
        <p:spPr>
          <a:xfrm>
            <a:off x="10040745" y="2195642"/>
            <a:ext cx="9525" cy="1407537"/>
          </a:xfrm>
          <a:prstGeom prst="straightConnector1">
            <a:avLst/>
          </a:prstGeom>
          <a:ln w="60960">
            <a:solidFill>
              <a:srgbClr val="38BDF8"/>
            </a:solidFill>
            <a:prstDash val="solid"/>
          </a:ln>
        </p:spPr>
      </p:cxnSp>
      <p:sp>
        <p:nvSpPr>
          <p:cNvPr id="41" name="cover-pose-bone-7:from-anchor">
            <a:extLst>
              <a:ext uri="{FF2B5EF4-FFF2-40B4-BE49-F238E27FC236}">
                <a16:creationId xmlns:a16="http://schemas.microsoft.com/office/drawing/2014/main" id="{01A6EA63-7D44-40CF-BB53-B6D10E3CA192}"/>
              </a:ext>
            </a:extLst>
          </p:cNvPr>
          <p:cNvSpPr>
            <a:spLocks noGrp="1"/>
          </p:cNvSpPr>
          <p:nvPr/>
        </p:nvSpPr>
        <p:spPr>
          <a:xfrm>
            <a:off x="10048875" y="3601784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cover-pose-bone-7:to-anchor">
            <a:extLst>
              <a:ext uri="{FF2B5EF4-FFF2-40B4-BE49-F238E27FC236}">
                <a16:creationId xmlns:a16="http://schemas.microsoft.com/office/drawing/2014/main" id="{1318FA28-670E-4BF6-8565-3D73ED8AF203}"/>
              </a:ext>
            </a:extLst>
          </p:cNvPr>
          <p:cNvSpPr>
            <a:spLocks noGrp="1"/>
          </p:cNvSpPr>
          <p:nvPr/>
        </p:nvSpPr>
        <p:spPr>
          <a:xfrm>
            <a:off x="9673590" y="3650552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43" name="cover-pose-bone-7"/>
          <p:cNvCxnSpPr>
            <a:stCxn id="41" idx="1"/>
            <a:endCxn id="42" idx="3"/>
          </p:cNvCxnSpPr>
          <p:nvPr/>
        </p:nvCxnSpPr>
        <p:spPr>
          <a:xfrm flipH="1">
            <a:off x="9674985" y="3603179"/>
            <a:ext cx="375285" cy="55503"/>
          </a:xfrm>
          <a:prstGeom prst="straightConnector1">
            <a:avLst/>
          </a:prstGeom>
          <a:ln w="60960">
            <a:solidFill>
              <a:srgbClr val="38BDF8"/>
            </a:solidFill>
            <a:prstDash val="solid"/>
          </a:ln>
        </p:spPr>
      </p:cxnSp>
      <p:sp>
        <p:nvSpPr>
          <p:cNvPr id="44" name="cover-pose-bone-8:from-anchor">
            <a:extLst>
              <a:ext uri="{FF2B5EF4-FFF2-40B4-BE49-F238E27FC236}">
                <a16:creationId xmlns:a16="http://schemas.microsoft.com/office/drawing/2014/main" id="{58D90329-4F4E-41EA-A644-ED8243B93457}"/>
              </a:ext>
            </a:extLst>
          </p:cNvPr>
          <p:cNvSpPr>
            <a:spLocks noGrp="1"/>
          </p:cNvSpPr>
          <p:nvPr/>
        </p:nvSpPr>
        <p:spPr>
          <a:xfrm>
            <a:off x="10039350" y="3601784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cover-pose-bone-8:to-anchor">
            <a:extLst>
              <a:ext uri="{FF2B5EF4-FFF2-40B4-BE49-F238E27FC236}">
                <a16:creationId xmlns:a16="http://schemas.microsoft.com/office/drawing/2014/main" id="{90402534-8BED-4C40-A9E6-4D4C90744518}"/>
              </a:ext>
            </a:extLst>
          </p:cNvPr>
          <p:cNvSpPr>
            <a:spLocks noGrp="1"/>
          </p:cNvSpPr>
          <p:nvPr/>
        </p:nvSpPr>
        <p:spPr>
          <a:xfrm>
            <a:off x="10414635" y="3650552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46" name="cover-pose-bone-8"/>
          <p:cNvCxnSpPr>
            <a:stCxn id="44" idx="3"/>
            <a:endCxn id="45" idx="1"/>
          </p:cNvCxnSpPr>
          <p:nvPr/>
        </p:nvCxnSpPr>
        <p:spPr>
          <a:xfrm>
            <a:off x="10040745" y="3609914"/>
            <a:ext cx="375285" cy="42033"/>
          </a:xfrm>
          <a:prstGeom prst="straightConnector1">
            <a:avLst/>
          </a:prstGeom>
          <a:ln w="60960">
            <a:solidFill>
              <a:srgbClr val="38BDF8"/>
            </a:solidFill>
            <a:prstDash val="solid"/>
          </a:ln>
        </p:spPr>
      </p:cxnSp>
      <p:sp>
        <p:nvSpPr>
          <p:cNvPr id="47" name="cover-pose-bone-9:from-anchor">
            <a:extLst>
              <a:ext uri="{FF2B5EF4-FFF2-40B4-BE49-F238E27FC236}">
                <a16:creationId xmlns:a16="http://schemas.microsoft.com/office/drawing/2014/main" id="{FBF1BB8F-75F9-4668-9913-0EA5B9C209F4}"/>
              </a:ext>
            </a:extLst>
          </p:cNvPr>
          <p:cNvSpPr>
            <a:spLocks noGrp="1"/>
          </p:cNvSpPr>
          <p:nvPr/>
        </p:nvSpPr>
        <p:spPr>
          <a:xfrm>
            <a:off x="9683115" y="3650552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cover-pose-bone-9:to-anchor">
            <a:extLst>
              <a:ext uri="{FF2B5EF4-FFF2-40B4-BE49-F238E27FC236}">
                <a16:creationId xmlns:a16="http://schemas.microsoft.com/office/drawing/2014/main" id="{4C0E934E-5D1C-479E-99D8-6094E0249A0B}"/>
              </a:ext>
            </a:extLst>
          </p:cNvPr>
          <p:cNvSpPr>
            <a:spLocks noGrp="1"/>
          </p:cNvSpPr>
          <p:nvPr/>
        </p:nvSpPr>
        <p:spPr>
          <a:xfrm>
            <a:off x="9490710" y="4503992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49" name="cover-pose-bone-9"/>
          <p:cNvCxnSpPr>
            <a:stCxn id="47" idx="1"/>
            <a:endCxn id="48" idx="3"/>
          </p:cNvCxnSpPr>
          <p:nvPr/>
        </p:nvCxnSpPr>
        <p:spPr>
          <a:xfrm flipH="1">
            <a:off x="9492105" y="3651947"/>
            <a:ext cx="192405" cy="860175"/>
          </a:xfrm>
          <a:prstGeom prst="straightConnector1">
            <a:avLst/>
          </a:prstGeom>
          <a:ln w="60960">
            <a:solidFill>
              <a:srgbClr val="38BDF8"/>
            </a:solidFill>
            <a:prstDash val="solid"/>
          </a:ln>
        </p:spPr>
      </p:cxnSp>
      <p:sp>
        <p:nvSpPr>
          <p:cNvPr id="50" name="cover-pose-bone-10:from-anchor">
            <a:extLst>
              <a:ext uri="{FF2B5EF4-FFF2-40B4-BE49-F238E27FC236}">
                <a16:creationId xmlns:a16="http://schemas.microsoft.com/office/drawing/2014/main" id="{79D38C40-2424-4CA4-8698-0116C4B6306F}"/>
              </a:ext>
            </a:extLst>
          </p:cNvPr>
          <p:cNvSpPr>
            <a:spLocks noGrp="1"/>
          </p:cNvSpPr>
          <p:nvPr/>
        </p:nvSpPr>
        <p:spPr>
          <a:xfrm>
            <a:off x="9500235" y="4503992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cover-pose-bone-10:to-anchor">
            <a:extLst>
              <a:ext uri="{FF2B5EF4-FFF2-40B4-BE49-F238E27FC236}">
                <a16:creationId xmlns:a16="http://schemas.microsoft.com/office/drawing/2014/main" id="{50B202A4-47E9-4099-92BC-C5CC1AC432EA}"/>
              </a:ext>
            </a:extLst>
          </p:cNvPr>
          <p:cNvSpPr>
            <a:spLocks noGrp="1"/>
          </p:cNvSpPr>
          <p:nvPr/>
        </p:nvSpPr>
        <p:spPr>
          <a:xfrm>
            <a:off x="9332214" y="5296471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52" name="cover-pose-bone-10"/>
          <p:cNvCxnSpPr>
            <a:stCxn id="50" idx="1"/>
            <a:endCxn id="51" idx="3"/>
          </p:cNvCxnSpPr>
          <p:nvPr/>
        </p:nvCxnSpPr>
        <p:spPr>
          <a:xfrm flipH="1">
            <a:off x="9333609" y="4505387"/>
            <a:ext cx="168021" cy="799214"/>
          </a:xfrm>
          <a:prstGeom prst="straightConnector1">
            <a:avLst/>
          </a:prstGeom>
          <a:ln w="60960">
            <a:solidFill>
              <a:srgbClr val="38BDF8"/>
            </a:solidFill>
            <a:prstDash val="solid"/>
          </a:ln>
        </p:spPr>
      </p:cxnSp>
      <p:sp>
        <p:nvSpPr>
          <p:cNvPr id="53" name="cover-pose-bone-11:from-anchor">
            <a:extLst>
              <a:ext uri="{FF2B5EF4-FFF2-40B4-BE49-F238E27FC236}">
                <a16:creationId xmlns:a16="http://schemas.microsoft.com/office/drawing/2014/main" id="{6B283078-0F24-4135-BC23-BEC8EF6B31D2}"/>
              </a:ext>
            </a:extLst>
          </p:cNvPr>
          <p:cNvSpPr>
            <a:spLocks noGrp="1"/>
          </p:cNvSpPr>
          <p:nvPr/>
        </p:nvSpPr>
        <p:spPr>
          <a:xfrm>
            <a:off x="10405110" y="3650552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cover-pose-bone-11:to-anchor">
            <a:extLst>
              <a:ext uri="{FF2B5EF4-FFF2-40B4-BE49-F238E27FC236}">
                <a16:creationId xmlns:a16="http://schemas.microsoft.com/office/drawing/2014/main" id="{B5C4D343-58C0-4BF2-930A-F0FDE829015A}"/>
              </a:ext>
            </a:extLst>
          </p:cNvPr>
          <p:cNvSpPr>
            <a:spLocks noGrp="1"/>
          </p:cNvSpPr>
          <p:nvPr/>
        </p:nvSpPr>
        <p:spPr>
          <a:xfrm>
            <a:off x="10585323" y="4455224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55" name="cover-pose-bone-11"/>
          <p:cNvCxnSpPr>
            <a:stCxn id="53" idx="3"/>
            <a:endCxn id="54" idx="1"/>
          </p:cNvCxnSpPr>
          <p:nvPr/>
        </p:nvCxnSpPr>
        <p:spPr>
          <a:xfrm>
            <a:off x="10406505" y="3658682"/>
            <a:ext cx="180213" cy="797937"/>
          </a:xfrm>
          <a:prstGeom prst="straightConnector1">
            <a:avLst/>
          </a:prstGeom>
          <a:ln w="60960">
            <a:solidFill>
              <a:srgbClr val="38BDF8"/>
            </a:solidFill>
            <a:prstDash val="solid"/>
          </a:ln>
        </p:spPr>
      </p:cxnSp>
      <p:sp>
        <p:nvSpPr>
          <p:cNvPr id="56" name="cover-pose-bone-12:from-anchor">
            <a:extLst>
              <a:ext uri="{FF2B5EF4-FFF2-40B4-BE49-F238E27FC236}">
                <a16:creationId xmlns:a16="http://schemas.microsoft.com/office/drawing/2014/main" id="{D08E7FD0-949E-4546-A8D0-EEDBF00130B1}"/>
              </a:ext>
            </a:extLst>
          </p:cNvPr>
          <p:cNvSpPr>
            <a:spLocks noGrp="1"/>
          </p:cNvSpPr>
          <p:nvPr/>
        </p:nvSpPr>
        <p:spPr>
          <a:xfrm>
            <a:off x="10575798" y="4455224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7" name="cover-pose-bone-12:to-anchor">
            <a:extLst>
              <a:ext uri="{FF2B5EF4-FFF2-40B4-BE49-F238E27FC236}">
                <a16:creationId xmlns:a16="http://schemas.microsoft.com/office/drawing/2014/main" id="{A25DAF3F-56CA-499F-B5D8-C57CC2BFCA73}"/>
              </a:ext>
            </a:extLst>
          </p:cNvPr>
          <p:cNvSpPr>
            <a:spLocks noGrp="1"/>
          </p:cNvSpPr>
          <p:nvPr/>
        </p:nvSpPr>
        <p:spPr>
          <a:xfrm>
            <a:off x="10853547" y="5247704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58" name="cover-pose-bone-12"/>
          <p:cNvCxnSpPr>
            <a:stCxn id="56" idx="3"/>
            <a:endCxn id="57" idx="1"/>
          </p:cNvCxnSpPr>
          <p:nvPr/>
        </p:nvCxnSpPr>
        <p:spPr>
          <a:xfrm>
            <a:off x="10577193" y="4463354"/>
            <a:ext cx="277749" cy="785745"/>
          </a:xfrm>
          <a:prstGeom prst="straightConnector1">
            <a:avLst/>
          </a:prstGeom>
          <a:ln w="60960">
            <a:solidFill>
              <a:srgbClr val="38BDF8"/>
            </a:solidFill>
            <a:prstDash val="solid"/>
          </a:ln>
        </p:spPr>
      </p:cxnSp>
      <p:sp>
        <p:nvSpPr>
          <p:cNvPr id="59" name="cover-pose-neck">
            <a:extLst>
              <a:ext uri="{FF2B5EF4-FFF2-40B4-BE49-F238E27FC236}">
                <a16:creationId xmlns:a16="http://schemas.microsoft.com/office/drawing/2014/main" id="{38734D1D-EA1D-4F22-949A-F4D62F614E76}"/>
              </a:ext>
            </a:extLst>
          </p:cNvPr>
          <p:cNvSpPr>
            <a:spLocks noGrp="1"/>
          </p:cNvSpPr>
          <p:nvPr/>
        </p:nvSpPr>
        <p:spPr>
          <a:xfrm>
            <a:off x="9975723" y="2119122"/>
            <a:ext cx="146304" cy="146304"/>
          </a:xfrm>
          <a:prstGeom prst="ellipse">
            <a:avLst/>
          </a:prstGeom>
          <a:solidFill>
            <a:srgbClr val="F8FAF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0" name="cover-pose-ls">
            <a:extLst>
              <a:ext uri="{FF2B5EF4-FFF2-40B4-BE49-F238E27FC236}">
                <a16:creationId xmlns:a16="http://schemas.microsoft.com/office/drawing/2014/main" id="{CEECD728-E750-427B-B1B3-885482F6D2C4}"/>
              </a:ext>
            </a:extLst>
          </p:cNvPr>
          <p:cNvSpPr>
            <a:spLocks noGrp="1"/>
          </p:cNvSpPr>
          <p:nvPr/>
        </p:nvSpPr>
        <p:spPr>
          <a:xfrm>
            <a:off x="9463659" y="2338578"/>
            <a:ext cx="146304" cy="146304"/>
          </a:xfrm>
          <a:prstGeom prst="ellipse">
            <a:avLst/>
          </a:prstGeom>
          <a:solidFill>
            <a:srgbClr val="F8FAF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1" name="cover-pose-rs">
            <a:extLst>
              <a:ext uri="{FF2B5EF4-FFF2-40B4-BE49-F238E27FC236}">
                <a16:creationId xmlns:a16="http://schemas.microsoft.com/office/drawing/2014/main" id="{00E807FD-3995-4346-97BA-3597C525DC82}"/>
              </a:ext>
            </a:extLst>
          </p:cNvPr>
          <p:cNvSpPr>
            <a:spLocks noGrp="1"/>
          </p:cNvSpPr>
          <p:nvPr/>
        </p:nvSpPr>
        <p:spPr>
          <a:xfrm>
            <a:off x="10487787" y="2338578"/>
            <a:ext cx="146304" cy="146304"/>
          </a:xfrm>
          <a:prstGeom prst="ellipse">
            <a:avLst/>
          </a:prstGeom>
          <a:solidFill>
            <a:srgbClr val="F8FAF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2" name="cover-pose-le">
            <a:extLst>
              <a:ext uri="{FF2B5EF4-FFF2-40B4-BE49-F238E27FC236}">
                <a16:creationId xmlns:a16="http://schemas.microsoft.com/office/drawing/2014/main" id="{C7691054-E498-4058-84E5-E94F7707ED7C}"/>
              </a:ext>
            </a:extLst>
          </p:cNvPr>
          <p:cNvSpPr>
            <a:spLocks noGrp="1"/>
          </p:cNvSpPr>
          <p:nvPr/>
        </p:nvSpPr>
        <p:spPr>
          <a:xfrm>
            <a:off x="9146667" y="3009138"/>
            <a:ext cx="146304" cy="146304"/>
          </a:xfrm>
          <a:prstGeom prst="ellipse">
            <a:avLst/>
          </a:prstGeom>
          <a:solidFill>
            <a:srgbClr val="F8FAF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cover-pose-re">
            <a:extLst>
              <a:ext uri="{FF2B5EF4-FFF2-40B4-BE49-F238E27FC236}">
                <a16:creationId xmlns:a16="http://schemas.microsoft.com/office/drawing/2014/main" id="{4D3FE0DC-134B-495D-A49E-23BBEB468A98}"/>
              </a:ext>
            </a:extLst>
          </p:cNvPr>
          <p:cNvSpPr>
            <a:spLocks noGrp="1"/>
          </p:cNvSpPr>
          <p:nvPr/>
        </p:nvSpPr>
        <p:spPr>
          <a:xfrm>
            <a:off x="10853547" y="2875026"/>
            <a:ext cx="146304" cy="146304"/>
          </a:xfrm>
          <a:prstGeom prst="ellipse">
            <a:avLst/>
          </a:prstGeom>
          <a:solidFill>
            <a:srgbClr val="F8FAF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4" name="cover-pose-lw">
            <a:extLst>
              <a:ext uri="{FF2B5EF4-FFF2-40B4-BE49-F238E27FC236}">
                <a16:creationId xmlns:a16="http://schemas.microsoft.com/office/drawing/2014/main" id="{B1000DDE-55CE-43C3-BB99-C126540012F9}"/>
              </a:ext>
            </a:extLst>
          </p:cNvPr>
          <p:cNvSpPr>
            <a:spLocks noGrp="1"/>
          </p:cNvSpPr>
          <p:nvPr/>
        </p:nvSpPr>
        <p:spPr>
          <a:xfrm>
            <a:off x="9451467" y="3582162"/>
            <a:ext cx="146304" cy="146304"/>
          </a:xfrm>
          <a:prstGeom prst="ellipse">
            <a:avLst/>
          </a:prstGeom>
          <a:solidFill>
            <a:srgbClr val="F8FAF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5" name="cover-pose-rw">
            <a:extLst>
              <a:ext uri="{FF2B5EF4-FFF2-40B4-BE49-F238E27FC236}">
                <a16:creationId xmlns:a16="http://schemas.microsoft.com/office/drawing/2014/main" id="{B62500FF-4B12-4C1C-B464-E948C701C852}"/>
              </a:ext>
            </a:extLst>
          </p:cNvPr>
          <p:cNvSpPr>
            <a:spLocks noGrp="1"/>
          </p:cNvSpPr>
          <p:nvPr/>
        </p:nvSpPr>
        <p:spPr>
          <a:xfrm>
            <a:off x="11121771" y="3374898"/>
            <a:ext cx="146304" cy="146304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6" name="cover-pose-hip">
            <a:extLst>
              <a:ext uri="{FF2B5EF4-FFF2-40B4-BE49-F238E27FC236}">
                <a16:creationId xmlns:a16="http://schemas.microsoft.com/office/drawing/2014/main" id="{96C35E7E-0705-4722-939D-C24E60FBC2DD}"/>
              </a:ext>
            </a:extLst>
          </p:cNvPr>
          <p:cNvSpPr>
            <a:spLocks noGrp="1"/>
          </p:cNvSpPr>
          <p:nvPr/>
        </p:nvSpPr>
        <p:spPr>
          <a:xfrm>
            <a:off x="9975723" y="3533394"/>
            <a:ext cx="146304" cy="146304"/>
          </a:xfrm>
          <a:prstGeom prst="ellipse">
            <a:avLst/>
          </a:prstGeom>
          <a:solidFill>
            <a:srgbClr val="F8FAF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7" name="cover-pose-lh">
            <a:extLst>
              <a:ext uri="{FF2B5EF4-FFF2-40B4-BE49-F238E27FC236}">
                <a16:creationId xmlns:a16="http://schemas.microsoft.com/office/drawing/2014/main" id="{DCAEFF68-3E2E-4BEF-B321-C80BFBF46139}"/>
              </a:ext>
            </a:extLst>
          </p:cNvPr>
          <p:cNvSpPr>
            <a:spLocks noGrp="1"/>
          </p:cNvSpPr>
          <p:nvPr/>
        </p:nvSpPr>
        <p:spPr>
          <a:xfrm>
            <a:off x="9609963" y="3582162"/>
            <a:ext cx="146304" cy="146304"/>
          </a:xfrm>
          <a:prstGeom prst="ellipse">
            <a:avLst/>
          </a:prstGeom>
          <a:solidFill>
            <a:srgbClr val="F8FAF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8" name="cover-pose-rh">
            <a:extLst>
              <a:ext uri="{FF2B5EF4-FFF2-40B4-BE49-F238E27FC236}">
                <a16:creationId xmlns:a16="http://schemas.microsoft.com/office/drawing/2014/main" id="{0672C77F-4B51-4D92-A848-2CE0EF3BC276}"/>
              </a:ext>
            </a:extLst>
          </p:cNvPr>
          <p:cNvSpPr>
            <a:spLocks noGrp="1"/>
          </p:cNvSpPr>
          <p:nvPr/>
        </p:nvSpPr>
        <p:spPr>
          <a:xfrm>
            <a:off x="10341483" y="3582162"/>
            <a:ext cx="146304" cy="146304"/>
          </a:xfrm>
          <a:prstGeom prst="ellipse">
            <a:avLst/>
          </a:prstGeom>
          <a:solidFill>
            <a:srgbClr val="F8FAF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9" name="cover-pose-lk">
            <a:extLst>
              <a:ext uri="{FF2B5EF4-FFF2-40B4-BE49-F238E27FC236}">
                <a16:creationId xmlns:a16="http://schemas.microsoft.com/office/drawing/2014/main" id="{7949E410-E112-4E46-987C-ABC49C4E2B46}"/>
              </a:ext>
            </a:extLst>
          </p:cNvPr>
          <p:cNvSpPr>
            <a:spLocks noGrp="1"/>
          </p:cNvSpPr>
          <p:nvPr/>
        </p:nvSpPr>
        <p:spPr>
          <a:xfrm>
            <a:off x="9427083" y="4435602"/>
            <a:ext cx="146304" cy="146304"/>
          </a:xfrm>
          <a:prstGeom prst="ellipse">
            <a:avLst/>
          </a:prstGeom>
          <a:solidFill>
            <a:srgbClr val="F8FAF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0" name="cover-pose-rk">
            <a:extLst>
              <a:ext uri="{FF2B5EF4-FFF2-40B4-BE49-F238E27FC236}">
                <a16:creationId xmlns:a16="http://schemas.microsoft.com/office/drawing/2014/main" id="{9700790F-B3B8-42D0-8DE8-ECC11C9AE096}"/>
              </a:ext>
            </a:extLst>
          </p:cNvPr>
          <p:cNvSpPr>
            <a:spLocks noGrp="1"/>
          </p:cNvSpPr>
          <p:nvPr/>
        </p:nvSpPr>
        <p:spPr>
          <a:xfrm>
            <a:off x="10512171" y="4386834"/>
            <a:ext cx="146304" cy="146304"/>
          </a:xfrm>
          <a:prstGeom prst="ellipse">
            <a:avLst/>
          </a:prstGeom>
          <a:solidFill>
            <a:srgbClr val="F8FAF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1" name="cover-pose-la">
            <a:extLst>
              <a:ext uri="{FF2B5EF4-FFF2-40B4-BE49-F238E27FC236}">
                <a16:creationId xmlns:a16="http://schemas.microsoft.com/office/drawing/2014/main" id="{746D958D-83D9-4505-A2B3-C7C3206771A8}"/>
              </a:ext>
            </a:extLst>
          </p:cNvPr>
          <p:cNvSpPr>
            <a:spLocks noGrp="1"/>
          </p:cNvSpPr>
          <p:nvPr/>
        </p:nvSpPr>
        <p:spPr>
          <a:xfrm>
            <a:off x="9268587" y="5228082"/>
            <a:ext cx="146304" cy="146304"/>
          </a:xfrm>
          <a:prstGeom prst="ellipse">
            <a:avLst/>
          </a:prstGeom>
          <a:solidFill>
            <a:srgbClr val="F8FAF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2" name="cover-pose-ra">
            <a:extLst>
              <a:ext uri="{FF2B5EF4-FFF2-40B4-BE49-F238E27FC236}">
                <a16:creationId xmlns:a16="http://schemas.microsoft.com/office/drawing/2014/main" id="{605D798B-9133-4871-8517-C227762F6A3B}"/>
              </a:ext>
            </a:extLst>
          </p:cNvPr>
          <p:cNvSpPr>
            <a:spLocks noGrp="1"/>
          </p:cNvSpPr>
          <p:nvPr/>
        </p:nvSpPr>
        <p:spPr>
          <a:xfrm>
            <a:off x="10780395" y="5179314"/>
            <a:ext cx="146304" cy="146304"/>
          </a:xfrm>
          <a:prstGeom prst="ellipse">
            <a:avLst/>
          </a:prstGeom>
          <a:solidFill>
            <a:srgbClr val="F8FAF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3" name="正方形/長方形 72">
            <a:extLst>
              <a:ext uri="{FF2B5EF4-FFF2-40B4-BE49-F238E27FC236}">
                <a16:creationId xmlns:a16="http://schemas.microsoft.com/office/drawing/2014/main" id="{FA9A1D63-2DBA-4FD4-A3B9-1654C00F7875}"/>
              </a:ext>
            </a:extLst>
          </p:cNvPr>
          <p:cNvSpPr>
            <a:spLocks noGrp="1"/>
          </p:cNvSpPr>
          <p:nvPr/>
        </p:nvSpPr>
        <p:spPr>
          <a:xfrm>
            <a:off x="8705850" y="5581650"/>
            <a:ext cx="2714625" cy="285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125" b="1">
                <a:solidFill>
                  <a:srgbClr val="94A3B8"/>
                </a:solidFill>
                <a:latin typeface="Hiragino Sans"/>
                <a:ea typeface="Hiragino Sans"/>
                <a:cs typeface="Hiragino Sans"/>
              </a:defRPr>
            </a:pPr>
            <a:r>
              <a:t>17 KEYPOINTS</a:t>
            </a:r>
          </a:p>
        </p:txBody>
      </p:sp>
      <p:sp>
        <p:nvSpPr>
          <p:cNvPr id="74" name="正方形/長方形 73">
            <a:extLst>
              <a:ext uri="{FF2B5EF4-FFF2-40B4-BE49-F238E27FC236}">
                <a16:creationId xmlns:a16="http://schemas.microsoft.com/office/drawing/2014/main" id="{7503A6F5-0D28-481C-A119-CA0D3D27DEEB}"/>
              </a:ext>
            </a:extLst>
          </p:cNvPr>
          <p:cNvSpPr>
            <a:spLocks noGrp="1"/>
          </p:cNvSpPr>
          <p:nvPr/>
        </p:nvSpPr>
        <p:spPr>
          <a:xfrm>
            <a:off x="8705850" y="5905500"/>
            <a:ext cx="2714625" cy="285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575" b="1">
                <a:solidFill>
                  <a:srgbClr val="F8FAFC"/>
                </a:solidFill>
                <a:latin typeface="Hiragino Sans"/>
                <a:ea typeface="Hiragino Sans"/>
                <a:cs typeface="Hiragino Sans"/>
              </a:defRPr>
            </a:pPr>
            <a:r>
              <a:t>2D POSE ONLY</a:t>
            </a:r>
          </a:p>
        </p:txBody>
      </p:sp>
      <p:sp>
        <p:nvSpPr>
          <p:cNvPr id="75" name="footer-rule-1:from-anchor">
            <a:extLst>
              <a:ext uri="{FF2B5EF4-FFF2-40B4-BE49-F238E27FC236}">
                <a16:creationId xmlns:a16="http://schemas.microsoft.com/office/drawing/2014/main" id="{383F4266-4091-4893-A67E-4BCAF284CF76}"/>
              </a:ext>
            </a:extLst>
          </p:cNvPr>
          <p:cNvSpPr>
            <a:spLocks noGrp="1"/>
          </p:cNvSpPr>
          <p:nvPr/>
        </p:nvSpPr>
        <p:spPr>
          <a:xfrm>
            <a:off x="542925" y="6481763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6" name="footer-rule-1:to-anchor">
            <a:extLst>
              <a:ext uri="{FF2B5EF4-FFF2-40B4-BE49-F238E27FC236}">
                <a16:creationId xmlns:a16="http://schemas.microsoft.com/office/drawing/2014/main" id="{CEA845AA-D71F-45D0-A837-05A560A6E8D4}"/>
              </a:ext>
            </a:extLst>
          </p:cNvPr>
          <p:cNvSpPr>
            <a:spLocks noGrp="1"/>
          </p:cNvSpPr>
          <p:nvPr/>
        </p:nvSpPr>
        <p:spPr>
          <a:xfrm>
            <a:off x="11639550" y="6481763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77" name="footer-rule-1"/>
          <p:cNvCxnSpPr>
            <a:stCxn id="75" idx="3"/>
            <a:endCxn id="76" idx="1"/>
          </p:cNvCxnSpPr>
          <p:nvPr/>
        </p:nvCxnSpPr>
        <p:spPr>
          <a:xfrm flipV="1">
            <a:off x="544320" y="6483158"/>
            <a:ext cx="11096625" cy="6735"/>
          </a:xfrm>
          <a:prstGeom prst="straightConnector1">
            <a:avLst/>
          </a:prstGeom>
          <a:ln w="9525">
            <a:solidFill>
              <a:srgbClr val="243449"/>
            </a:solidFill>
            <a:prstDash val="solid"/>
          </a:ln>
        </p:spPr>
      </p:cxnSp>
      <p:sp>
        <p:nvSpPr>
          <p:cNvPr id="78" name="footer-source-1">
            <a:extLst>
              <a:ext uri="{FF2B5EF4-FFF2-40B4-BE49-F238E27FC236}">
                <a16:creationId xmlns:a16="http://schemas.microsoft.com/office/drawing/2014/main" id="{699C6F20-F1D4-420D-9BD5-81330FE185AD}"/>
              </a:ext>
            </a:extLst>
          </p:cNvPr>
          <p:cNvSpPr>
            <a:spLocks noGrp="1"/>
          </p:cNvSpPr>
          <p:nvPr/>
        </p:nvSpPr>
        <p:spPr>
          <a:xfrm>
            <a:off x="571500" y="6553200"/>
            <a:ext cx="7620000" cy="1714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defRPr>
            </a:pPr>
            <a:r>
              <a:t>PBL | keypointlabel-based implementation | 2026-06-12</a:t>
            </a:r>
          </a:p>
        </p:txBody>
      </p:sp>
      <p:sp>
        <p:nvSpPr>
          <p:cNvPr id="79" name="footer-page-1">
            <a:extLst>
              <a:ext uri="{FF2B5EF4-FFF2-40B4-BE49-F238E27FC236}">
                <a16:creationId xmlns:a16="http://schemas.microsoft.com/office/drawing/2014/main" id="{BBB07214-87ED-45D3-8F85-C16FF61C40DA}"/>
              </a:ext>
            </a:extLst>
          </p:cNvPr>
          <p:cNvSpPr>
            <a:spLocks noGrp="1"/>
          </p:cNvSpPr>
          <p:nvPr/>
        </p:nvSpPr>
        <p:spPr>
          <a:xfrm>
            <a:off x="11049000" y="6524625"/>
            <a:ext cx="571500" cy="209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Hiragino Sans"/>
                <a:ea typeface="Hiragino Sans"/>
                <a:cs typeface="Hiragino Sans"/>
              </a:defRPr>
            </a:pPr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7042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kicker-marker">
            <a:extLst>
              <a:ext uri="{FF2B5EF4-FFF2-40B4-BE49-F238E27FC236}">
                <a16:creationId xmlns:a16="http://schemas.microsoft.com/office/drawing/2014/main" id="{04D7BCDA-3BD7-4FD6-B18C-00936AF91852}"/>
              </a:ext>
            </a:extLst>
          </p:cNvPr>
          <p:cNvSpPr>
            <a:spLocks noGrp="1"/>
          </p:cNvSpPr>
          <p:nvPr/>
        </p:nvSpPr>
        <p:spPr>
          <a:xfrm>
            <a:off x="581025" y="466725"/>
            <a:ext cx="95250" cy="95250"/>
          </a:xfrm>
          <a:prstGeom prst="ellipse">
            <a:avLst/>
          </a:prstGeom>
          <a:solidFill>
            <a:srgbClr val="38BDF8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A4F5669A-401B-40D1-BE73-7D512E5FF7BA}"/>
              </a:ext>
            </a:extLst>
          </p:cNvPr>
          <p:cNvSpPr>
            <a:spLocks noGrp="1"/>
          </p:cNvSpPr>
          <p:nvPr/>
        </p:nvSpPr>
        <p:spPr>
          <a:xfrm>
            <a:off x="781050" y="409575"/>
            <a:ext cx="3429000" cy="2095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050" b="1">
                <a:solidFill>
                  <a:srgbClr val="38BDF8"/>
                </a:solidFill>
                <a:latin typeface="Hiragino Sans"/>
                <a:ea typeface="Hiragino Sans"/>
                <a:cs typeface="Hiragino Sans"/>
              </a:defRPr>
            </a:pPr>
            <a:r>
              <a:t>DATASET</a:t>
            </a:r>
          </a:p>
        </p:txBody>
      </p:sp>
      <p:sp>
        <p:nvSpPr>
          <p:cNvPr id="3" name="title-2">
            <a:extLst>
              <a:ext uri="{FF2B5EF4-FFF2-40B4-BE49-F238E27FC236}">
                <a16:creationId xmlns:a16="http://schemas.microsoft.com/office/drawing/2014/main" id="{FD1EB5FC-5E90-42F8-BCAA-74FFFADCEC0F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11049000" cy="609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3150" b="1">
                <a:solidFill>
                  <a:srgbClr val="F8FAFC"/>
                </a:solidFill>
                <a:latin typeface="Hiragino Sans"/>
                <a:ea typeface="Hiragino Sans"/>
                <a:cs typeface="Hiragino Sans"/>
              </a:defRPr>
            </a:pPr>
            <a:r>
              <a:t>学習は4名のラベル付き姿勢CSVだけを使う</a:t>
            </a:r>
          </a:p>
        </p:txBody>
      </p:sp>
      <p:sp>
        <p:nvSpPr>
          <p:cNvPr id="4" name="subtitle-2">
            <a:extLst>
              <a:ext uri="{FF2B5EF4-FFF2-40B4-BE49-F238E27FC236}">
                <a16:creationId xmlns:a16="http://schemas.microsoft.com/office/drawing/2014/main" id="{760607AD-139A-49E6-BDB0-2121D83FD461}"/>
              </a:ext>
            </a:extLst>
          </p:cNvPr>
          <p:cNvSpPr>
            <a:spLocks noGrp="1"/>
          </p:cNvSpPr>
          <p:nvPr/>
        </p:nvSpPr>
        <p:spPr>
          <a:xfrm>
            <a:off x="571500" y="1409700"/>
            <a:ext cx="10287000" cy="4000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94A3B8"/>
                </a:solidFill>
                <a:latin typeface="Hiragino Sans"/>
                <a:ea typeface="Hiragino Sans"/>
                <a:cs typeface="Hiragino Sans"/>
              </a:defRPr>
            </a:pPr>
            <a:r>
              <a:t>元Notebookと元データは変更せず、keypointlabel専用のPython実装を新規作成</a:t>
            </a:r>
          </a:p>
        </p:txBody>
      </p:sp>
      <p:sp>
        <p:nvSpPr>
          <p:cNvPr id="5" name="footer-rule-2:from-anchor">
            <a:extLst>
              <a:ext uri="{FF2B5EF4-FFF2-40B4-BE49-F238E27FC236}">
                <a16:creationId xmlns:a16="http://schemas.microsoft.com/office/drawing/2014/main" id="{E132D9E0-E0F2-4D2F-8A03-32F5F12FE5A6}"/>
              </a:ext>
            </a:extLst>
          </p:cNvPr>
          <p:cNvSpPr>
            <a:spLocks noGrp="1"/>
          </p:cNvSpPr>
          <p:nvPr/>
        </p:nvSpPr>
        <p:spPr>
          <a:xfrm>
            <a:off x="542925" y="6481763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footer-rule-2:to-anchor">
            <a:extLst>
              <a:ext uri="{FF2B5EF4-FFF2-40B4-BE49-F238E27FC236}">
                <a16:creationId xmlns:a16="http://schemas.microsoft.com/office/drawing/2014/main" id="{50CE965A-0728-4586-8DDC-901BE1CE9FB2}"/>
              </a:ext>
            </a:extLst>
          </p:cNvPr>
          <p:cNvSpPr>
            <a:spLocks noGrp="1"/>
          </p:cNvSpPr>
          <p:nvPr/>
        </p:nvSpPr>
        <p:spPr>
          <a:xfrm>
            <a:off x="11639550" y="6481763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7" name="footer-rule-2"/>
          <p:cNvCxnSpPr>
            <a:stCxn id="5" idx="3"/>
            <a:endCxn id="6" idx="1"/>
          </p:cNvCxnSpPr>
          <p:nvPr/>
        </p:nvCxnSpPr>
        <p:spPr>
          <a:xfrm flipV="1">
            <a:off x="544320" y="6483158"/>
            <a:ext cx="11096625" cy="6735"/>
          </a:xfrm>
          <a:prstGeom prst="straightConnector1">
            <a:avLst/>
          </a:prstGeom>
          <a:ln w="9525">
            <a:solidFill>
              <a:srgbClr val="243449"/>
            </a:solidFill>
            <a:prstDash val="solid"/>
          </a:ln>
        </p:spPr>
      </p:cxnSp>
      <p:sp>
        <p:nvSpPr>
          <p:cNvPr id="8" name="footer-source-2">
            <a:extLst>
              <a:ext uri="{FF2B5EF4-FFF2-40B4-BE49-F238E27FC236}">
                <a16:creationId xmlns:a16="http://schemas.microsoft.com/office/drawing/2014/main" id="{E0DA6933-6D4E-48FF-9686-243A9F59A92C}"/>
              </a:ext>
            </a:extLst>
          </p:cNvPr>
          <p:cNvSpPr>
            <a:spLocks noGrp="1"/>
          </p:cNvSpPr>
          <p:nvPr/>
        </p:nvSpPr>
        <p:spPr>
          <a:xfrm>
            <a:off x="571500" y="6553200"/>
            <a:ext cx="7620000" cy="1714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defRPr>
            </a:pPr>
            <a:r>
              <a:t>Source: SPECIFICATION.md / LOSO metrics</a:t>
            </a:r>
          </a:p>
        </p:txBody>
      </p:sp>
      <p:sp>
        <p:nvSpPr>
          <p:cNvPr id="9" name="footer-page-2">
            <a:extLst>
              <a:ext uri="{FF2B5EF4-FFF2-40B4-BE49-F238E27FC236}">
                <a16:creationId xmlns:a16="http://schemas.microsoft.com/office/drawing/2014/main" id="{ECE18F12-748E-4957-8A80-099CDC314E87}"/>
              </a:ext>
            </a:extLst>
          </p:cNvPr>
          <p:cNvSpPr>
            <a:spLocks noGrp="1"/>
          </p:cNvSpPr>
          <p:nvPr/>
        </p:nvSpPr>
        <p:spPr>
          <a:xfrm>
            <a:off x="11049000" y="6524625"/>
            <a:ext cx="571500" cy="209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Hiragino Sans"/>
                <a:ea typeface="Hiragino Sans"/>
                <a:cs typeface="Hiragino Sans"/>
              </a:defRPr>
            </a:pPr>
            <a:r>
              <a:t>02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C67EE9A4-49D5-4603-A5C2-74D2157BB627}"/>
              </a:ext>
            </a:extLst>
          </p:cNvPr>
          <p:cNvSpPr>
            <a:spLocks noGrp="1"/>
          </p:cNvSpPr>
          <p:nvPr/>
        </p:nvSpPr>
        <p:spPr>
          <a:xfrm>
            <a:off x="590550" y="2038350"/>
            <a:ext cx="238125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2DD4BF"/>
                </a:solidFill>
                <a:latin typeface="Hiragino Sans"/>
                <a:ea typeface="Hiragino Sans"/>
                <a:cs typeface="Hiragino Sans"/>
              </a:defRPr>
            </a:pPr>
            <a:r>
              <a:t>LABELED TRAINING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09EF56F-2AEE-4119-98CF-F31BB01B7DDB}"/>
              </a:ext>
            </a:extLst>
          </p:cNvPr>
          <p:cNvSpPr>
            <a:spLocks noGrp="1"/>
          </p:cNvSpPr>
          <p:nvPr/>
        </p:nvSpPr>
        <p:spPr>
          <a:xfrm>
            <a:off x="7620000" y="2038350"/>
            <a:ext cx="257175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38BDF8"/>
                </a:solidFill>
                <a:latin typeface="Hiragino Sans"/>
                <a:ea typeface="Hiragino Sans"/>
                <a:cs typeface="Hiragino Sans"/>
              </a:defRPr>
            </a:pPr>
            <a:r>
              <a:t>POSE-ONLY INFERENCE</a:t>
            </a:r>
          </a:p>
        </p:txBody>
      </p:sp>
      <p:sp>
        <p:nvSpPr>
          <p:cNvPr id="12" name="円/楕円 11">
            <a:extLst>
              <a:ext uri="{FF2B5EF4-FFF2-40B4-BE49-F238E27FC236}">
                <a16:creationId xmlns:a16="http://schemas.microsoft.com/office/drawing/2014/main" id="{FFB21806-300B-43E4-88BD-C93864908FB0}"/>
              </a:ext>
            </a:extLst>
          </p:cNvPr>
          <p:cNvSpPr>
            <a:spLocks noGrp="1"/>
          </p:cNvSpPr>
          <p:nvPr/>
        </p:nvSpPr>
        <p:spPr>
          <a:xfrm>
            <a:off x="2771775" y="342423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円/楕円 12">
            <a:extLst>
              <a:ext uri="{FF2B5EF4-FFF2-40B4-BE49-F238E27FC236}">
                <a16:creationId xmlns:a16="http://schemas.microsoft.com/office/drawing/2014/main" id="{352CF57F-B266-4C3B-9BD0-506B23505F63}"/>
              </a:ext>
            </a:extLst>
          </p:cNvPr>
          <p:cNvSpPr>
            <a:spLocks noGrp="1"/>
          </p:cNvSpPr>
          <p:nvPr/>
        </p:nvSpPr>
        <p:spPr>
          <a:xfrm>
            <a:off x="4953000" y="342423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14" name="直線矢印コネクタ 13"/>
          <p:cNvCxnSpPr>
            <a:stCxn id="12" idx="3"/>
            <a:endCxn id="13" idx="1"/>
          </p:cNvCxnSpPr>
          <p:nvPr/>
        </p:nvCxnSpPr>
        <p:spPr>
          <a:xfrm flipV="1">
            <a:off x="2773170" y="3425633"/>
            <a:ext cx="2181225" cy="6735"/>
          </a:xfrm>
          <a:prstGeom prst="straightConnector1">
            <a:avLst/>
          </a:prstGeom>
          <a:ln w="28575">
            <a:solidFill>
              <a:srgbClr val="2DD4BF"/>
            </a:solidFill>
            <a:prstDash val="solid"/>
          </a:ln>
        </p:spPr>
      </p:cxnSp>
      <p:sp>
        <p:nvSpPr>
          <p:cNvPr id="15" name="円/楕円 14">
            <a:extLst>
              <a:ext uri="{FF2B5EF4-FFF2-40B4-BE49-F238E27FC236}">
                <a16:creationId xmlns:a16="http://schemas.microsoft.com/office/drawing/2014/main" id="{156F5CC4-8EEC-458D-8F60-878023BFEDFF}"/>
              </a:ext>
            </a:extLst>
          </p:cNvPr>
          <p:cNvSpPr>
            <a:spLocks noGrp="1"/>
          </p:cNvSpPr>
          <p:nvPr/>
        </p:nvSpPr>
        <p:spPr>
          <a:xfrm>
            <a:off x="7134225" y="342423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円/楕円 15">
            <a:extLst>
              <a:ext uri="{FF2B5EF4-FFF2-40B4-BE49-F238E27FC236}">
                <a16:creationId xmlns:a16="http://schemas.microsoft.com/office/drawing/2014/main" id="{17C72683-FBCB-4DF0-A8ED-AC9E4E5892AA}"/>
              </a:ext>
            </a:extLst>
          </p:cNvPr>
          <p:cNvSpPr>
            <a:spLocks noGrp="1"/>
          </p:cNvSpPr>
          <p:nvPr/>
        </p:nvSpPr>
        <p:spPr>
          <a:xfrm>
            <a:off x="8934450" y="342423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17" name="直線矢印コネクタ 16"/>
          <p:cNvCxnSpPr>
            <a:stCxn id="15" idx="3"/>
            <a:endCxn id="16" idx="1"/>
          </p:cNvCxnSpPr>
          <p:nvPr/>
        </p:nvCxnSpPr>
        <p:spPr>
          <a:xfrm flipV="1">
            <a:off x="7135620" y="3425633"/>
            <a:ext cx="1800225" cy="6735"/>
          </a:xfrm>
          <a:prstGeom prst="straightConnector1">
            <a:avLst/>
          </a:prstGeom>
          <a:ln w="28575">
            <a:solidFill>
              <a:srgbClr val="38BDF8"/>
            </a:solidFill>
            <a:prstDash val="solid"/>
          </a:ln>
        </p:spPr>
      </p:cxnSp>
      <p:sp>
        <p:nvSpPr>
          <p:cNvPr id="18" name="角丸四角形 17">
            <a:extLst>
              <a:ext uri="{FF2B5EF4-FFF2-40B4-BE49-F238E27FC236}">
                <a16:creationId xmlns:a16="http://schemas.microsoft.com/office/drawing/2014/main" id="{C1BBDFAB-A52F-46E6-B89F-98E50EF4AA3E}"/>
              </a:ext>
            </a:extLst>
          </p:cNvPr>
          <p:cNvSpPr>
            <a:spLocks noGrp="1"/>
          </p:cNvSpPr>
          <p:nvPr/>
        </p:nvSpPr>
        <p:spPr>
          <a:xfrm>
            <a:off x="4953000" y="2571750"/>
            <a:ext cx="2190750" cy="1752600"/>
          </a:xfrm>
          <a:prstGeom prst="roundRect">
            <a:avLst>
              <a:gd name="adj" fmla="val 9783"/>
            </a:avLst>
          </a:prstGeom>
          <a:solidFill>
            <a:srgbClr val="111C2E"/>
          </a:solidFill>
          <a:ln w="9525">
            <a:solidFill>
              <a:srgbClr val="24344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6AB76771-E8AF-43AE-ABB8-F46349C1F5BC}"/>
              </a:ext>
            </a:extLst>
          </p:cNvPr>
          <p:cNvSpPr>
            <a:spLocks noGrp="1"/>
          </p:cNvSpPr>
          <p:nvPr/>
        </p:nvSpPr>
        <p:spPr>
          <a:xfrm>
            <a:off x="5219700" y="2781300"/>
            <a:ext cx="1676400" cy="285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725" b="1">
                <a:solidFill>
                  <a:srgbClr val="F8FAFC"/>
                </a:solidFill>
                <a:latin typeface="Hiragino Sans"/>
                <a:ea typeface="Hiragino Sans"/>
                <a:cs typeface="Hiragino Sans"/>
              </a:defRPr>
            </a:pPr>
            <a:r>
              <a:t>keypointlabel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C94F4645-4E89-454A-B092-B2D4177C2966}"/>
              </a:ext>
            </a:extLst>
          </p:cNvPr>
          <p:cNvSpPr>
            <a:spLocks noGrp="1"/>
          </p:cNvSpPr>
          <p:nvPr/>
        </p:nvSpPr>
        <p:spPr>
          <a:xfrm>
            <a:off x="5219700" y="3181350"/>
            <a:ext cx="1676400" cy="590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350" b="0">
                <a:solidFill>
                  <a:srgbClr val="2DD4BF"/>
                </a:solidFill>
                <a:latin typeface="Hiragino Sans"/>
                <a:ea typeface="Hiragino Sans"/>
                <a:cs typeface="Hiragino Sans"/>
              </a:defRPr>
            </a:pPr>
            <a:r>
              <a:t>34座標列 + Action Label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8234BEE3-C3D1-43F7-B240-D2BAC71B9E9E}"/>
              </a:ext>
            </a:extLst>
          </p:cNvPr>
          <p:cNvSpPr>
            <a:spLocks noGrp="1"/>
          </p:cNvSpPr>
          <p:nvPr/>
        </p:nvSpPr>
        <p:spPr>
          <a:xfrm>
            <a:off x="5219700" y="3905250"/>
            <a:ext cx="167640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050" b="1">
                <a:solidFill>
                  <a:srgbClr val="94A3B8"/>
                </a:solidFill>
                <a:latin typeface="Hiragino Sans"/>
                <a:ea typeface="Hiragino Sans"/>
                <a:cs typeface="Hiragino Sans"/>
              </a:defRPr>
            </a:pPr>
            <a:r>
              <a:t>学習・LOSO評価</a:t>
            </a:r>
          </a:p>
        </p:txBody>
      </p:sp>
      <p:sp>
        <p:nvSpPr>
          <p:cNvPr id="22" name="角丸四角形 21">
            <a:extLst>
              <a:ext uri="{FF2B5EF4-FFF2-40B4-BE49-F238E27FC236}">
                <a16:creationId xmlns:a16="http://schemas.microsoft.com/office/drawing/2014/main" id="{D4028311-ADE3-4358-88E3-6C9C765F28EC}"/>
              </a:ext>
            </a:extLst>
          </p:cNvPr>
          <p:cNvSpPr>
            <a:spLocks noGrp="1"/>
          </p:cNvSpPr>
          <p:nvPr/>
        </p:nvSpPr>
        <p:spPr>
          <a:xfrm>
            <a:off x="8934450" y="2724150"/>
            <a:ext cx="2343150" cy="1428750"/>
          </a:xfrm>
          <a:prstGeom prst="roundRect">
            <a:avLst>
              <a:gd name="adj" fmla="val 12000"/>
            </a:avLst>
          </a:prstGeom>
          <a:solidFill>
            <a:srgbClr val="14344A"/>
          </a:solidFill>
          <a:ln w="190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41F70E04-DA0C-418F-8ECF-387C1636EF7F}"/>
              </a:ext>
            </a:extLst>
          </p:cNvPr>
          <p:cNvSpPr>
            <a:spLocks noGrp="1"/>
          </p:cNvSpPr>
          <p:nvPr/>
        </p:nvSpPr>
        <p:spPr>
          <a:xfrm>
            <a:off x="9201150" y="2952750"/>
            <a:ext cx="1809750" cy="285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725" b="1">
                <a:solidFill>
                  <a:srgbClr val="F8FAFC"/>
                </a:solidFill>
                <a:latin typeface="Hiragino Sans"/>
                <a:ea typeface="Hiragino Sans"/>
                <a:cs typeface="Hiragino Sans"/>
              </a:defRPr>
            </a:pPr>
            <a:r>
              <a:t>video_*.csv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DE52EF98-506E-4A8F-AA1A-14A1A3022BC1}"/>
              </a:ext>
            </a:extLst>
          </p:cNvPr>
          <p:cNvSpPr>
            <a:spLocks noGrp="1"/>
          </p:cNvSpPr>
          <p:nvPr/>
        </p:nvSpPr>
        <p:spPr>
          <a:xfrm>
            <a:off x="9201150" y="3371850"/>
            <a:ext cx="1809750" cy="53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350" b="0">
                <a:solidFill>
                  <a:srgbClr val="38BDF8"/>
                </a:solidFill>
                <a:latin typeface="Hiragino Sans"/>
                <a:ea typeface="Hiragino Sans"/>
                <a:cs typeface="Hiragino Sans"/>
              </a:defRPr>
            </a:pPr>
            <a:r>
              <a:t>34座標列 ラベルなし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B32EC3A8-2754-4DBE-9F09-8F237E097A4D}"/>
              </a:ext>
            </a:extLst>
          </p:cNvPr>
          <p:cNvSpPr>
            <a:spLocks noGrp="1"/>
          </p:cNvSpPr>
          <p:nvPr/>
        </p:nvSpPr>
        <p:spPr>
          <a:xfrm>
            <a:off x="9601200" y="4343400"/>
            <a:ext cx="1000125" cy="2476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050" b="1">
                <a:solidFill>
                  <a:srgbClr val="38BDF8"/>
                </a:solidFill>
                <a:latin typeface="Hiragino Sans"/>
                <a:ea typeface="Hiragino Sans"/>
                <a:cs typeface="Hiragino Sans"/>
              </a:defRPr>
            </a:pPr>
            <a:r>
              <a:t>予測のみ</a:t>
            </a:r>
          </a:p>
        </p:txBody>
      </p:sp>
      <p:sp>
        <p:nvSpPr>
          <p:cNvPr id="26" name="円/楕円 25">
            <a:extLst>
              <a:ext uri="{FF2B5EF4-FFF2-40B4-BE49-F238E27FC236}">
                <a16:creationId xmlns:a16="http://schemas.microsoft.com/office/drawing/2014/main" id="{0DC1966D-5470-4F43-8CEA-33E9B8F4A279}"/>
              </a:ext>
            </a:extLst>
          </p:cNvPr>
          <p:cNvSpPr>
            <a:spLocks noGrp="1"/>
          </p:cNvSpPr>
          <p:nvPr/>
        </p:nvSpPr>
        <p:spPr>
          <a:xfrm>
            <a:off x="762000" y="2600325"/>
            <a:ext cx="457200" cy="457200"/>
          </a:xfrm>
          <a:prstGeom prst="ellipse">
            <a:avLst/>
          </a:prstGeom>
          <a:solidFill>
            <a:srgbClr val="2DD4BF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38FC3D91-72D0-4128-B0EB-216FA3F992BE}"/>
              </a:ext>
            </a:extLst>
          </p:cNvPr>
          <p:cNvSpPr>
            <a:spLocks noGrp="1"/>
          </p:cNvSpPr>
          <p:nvPr/>
        </p:nvSpPr>
        <p:spPr>
          <a:xfrm>
            <a:off x="781050" y="2667000"/>
            <a:ext cx="419100" cy="3238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0B1220"/>
                </a:solidFill>
                <a:latin typeface="Hiragino Sans"/>
                <a:ea typeface="Hiragino Sans"/>
                <a:cs typeface="Hiragino Sans"/>
              </a:defRPr>
            </a:pPr>
            <a:r>
              <a:t>1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5E6750C3-E55F-4CC0-BBF1-2F3E0FA7ACC6}"/>
              </a:ext>
            </a:extLst>
          </p:cNvPr>
          <p:cNvSpPr>
            <a:spLocks noGrp="1"/>
          </p:cNvSpPr>
          <p:nvPr/>
        </p:nvSpPr>
        <p:spPr>
          <a:xfrm>
            <a:off x="1409700" y="2628900"/>
            <a:ext cx="314325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F8FAFC"/>
                </a:solidFill>
                <a:latin typeface="Hiragino Sans"/>
                <a:ea typeface="Hiragino Sans"/>
                <a:cs typeface="Hiragino Sans"/>
              </a:defRPr>
            </a:pPr>
            <a:r>
              <a:t>keypoints_with_labels_1.csv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7EE3EC00-51EF-48F6-98C8-4921F6D1E7A4}"/>
              </a:ext>
            </a:extLst>
          </p:cNvPr>
          <p:cNvSpPr>
            <a:spLocks noGrp="1"/>
          </p:cNvSpPr>
          <p:nvPr/>
        </p:nvSpPr>
        <p:spPr>
          <a:xfrm>
            <a:off x="1409700" y="2914650"/>
            <a:ext cx="285750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94A3B8"/>
                </a:solidFill>
                <a:latin typeface="Hiragino Sans"/>
                <a:ea typeface="Hiragino Sans"/>
                <a:cs typeface="Hiragino Sans"/>
              </a:defRPr>
            </a:pPr>
            <a:r>
              <a:t>17関節 × (x, y) / 30 fps</a:t>
            </a:r>
          </a:p>
        </p:txBody>
      </p:sp>
      <p:sp>
        <p:nvSpPr>
          <p:cNvPr id="30" name="円/楕円 29">
            <a:extLst>
              <a:ext uri="{FF2B5EF4-FFF2-40B4-BE49-F238E27FC236}">
                <a16:creationId xmlns:a16="http://schemas.microsoft.com/office/drawing/2014/main" id="{055C9BB2-DA39-4854-BB80-B5578DD389C0}"/>
              </a:ext>
            </a:extLst>
          </p:cNvPr>
          <p:cNvSpPr>
            <a:spLocks noGrp="1"/>
          </p:cNvSpPr>
          <p:nvPr/>
        </p:nvSpPr>
        <p:spPr>
          <a:xfrm>
            <a:off x="4514850" y="2824163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円/楕円 30">
            <a:extLst>
              <a:ext uri="{FF2B5EF4-FFF2-40B4-BE49-F238E27FC236}">
                <a16:creationId xmlns:a16="http://schemas.microsoft.com/office/drawing/2014/main" id="{AE8CE1BB-DD08-4C02-B069-45AD6F6FEEA3}"/>
              </a:ext>
            </a:extLst>
          </p:cNvPr>
          <p:cNvSpPr>
            <a:spLocks noGrp="1"/>
          </p:cNvSpPr>
          <p:nvPr/>
        </p:nvSpPr>
        <p:spPr>
          <a:xfrm>
            <a:off x="4953000" y="342423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32" name="直線矢印コネクタ 31"/>
          <p:cNvCxnSpPr>
            <a:stCxn id="30" idx="3"/>
            <a:endCxn id="31" idx="1"/>
          </p:cNvCxnSpPr>
          <p:nvPr/>
        </p:nvCxnSpPr>
        <p:spPr>
          <a:xfrm>
            <a:off x="4516245" y="2832293"/>
            <a:ext cx="438150" cy="593340"/>
          </a:xfrm>
          <a:prstGeom prst="straightConnector1">
            <a:avLst/>
          </a:prstGeom>
          <a:ln w="14288">
            <a:solidFill>
              <a:srgbClr val="243449"/>
            </a:solidFill>
            <a:prstDash val="solid"/>
          </a:ln>
        </p:spPr>
      </p:cxnSp>
      <p:sp>
        <p:nvSpPr>
          <p:cNvPr id="33" name="円/楕円 32">
            <a:extLst>
              <a:ext uri="{FF2B5EF4-FFF2-40B4-BE49-F238E27FC236}">
                <a16:creationId xmlns:a16="http://schemas.microsoft.com/office/drawing/2014/main" id="{48F56CE0-01B0-437E-967B-2A1F9EA2D55B}"/>
              </a:ext>
            </a:extLst>
          </p:cNvPr>
          <p:cNvSpPr>
            <a:spLocks noGrp="1"/>
          </p:cNvSpPr>
          <p:nvPr/>
        </p:nvSpPr>
        <p:spPr>
          <a:xfrm>
            <a:off x="762000" y="3381375"/>
            <a:ext cx="457200" cy="457200"/>
          </a:xfrm>
          <a:prstGeom prst="ellipse">
            <a:avLst/>
          </a:prstGeom>
          <a:solidFill>
            <a:srgbClr val="2DD4BF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323052CF-348A-47B7-AE5E-598A23BF18AF}"/>
              </a:ext>
            </a:extLst>
          </p:cNvPr>
          <p:cNvSpPr>
            <a:spLocks noGrp="1"/>
          </p:cNvSpPr>
          <p:nvPr/>
        </p:nvSpPr>
        <p:spPr>
          <a:xfrm>
            <a:off x="781050" y="3448050"/>
            <a:ext cx="419100" cy="3238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0B1220"/>
                </a:solidFill>
                <a:latin typeface="Hiragino Sans"/>
                <a:ea typeface="Hiragino Sans"/>
                <a:cs typeface="Hiragino Sans"/>
              </a:defRPr>
            </a:pPr>
            <a:r>
              <a:t>2</a:t>
            </a: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8D2C8AD5-6F5F-437F-A9F7-199E7F1BDF8F}"/>
              </a:ext>
            </a:extLst>
          </p:cNvPr>
          <p:cNvSpPr>
            <a:spLocks noGrp="1"/>
          </p:cNvSpPr>
          <p:nvPr/>
        </p:nvSpPr>
        <p:spPr>
          <a:xfrm>
            <a:off x="1409700" y="3409950"/>
            <a:ext cx="314325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F8FAFC"/>
                </a:solidFill>
                <a:latin typeface="Hiragino Sans"/>
                <a:ea typeface="Hiragino Sans"/>
                <a:cs typeface="Hiragino Sans"/>
              </a:defRPr>
            </a:pPr>
            <a:r>
              <a:t>keypoints_with_labels_2.csv</a:t>
            </a: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4A6D144F-9F51-41BC-869D-F08B7452EB73}"/>
              </a:ext>
            </a:extLst>
          </p:cNvPr>
          <p:cNvSpPr>
            <a:spLocks noGrp="1"/>
          </p:cNvSpPr>
          <p:nvPr/>
        </p:nvSpPr>
        <p:spPr>
          <a:xfrm>
            <a:off x="1409700" y="3695700"/>
            <a:ext cx="285750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94A3B8"/>
                </a:solidFill>
                <a:latin typeface="Hiragino Sans"/>
                <a:ea typeface="Hiragino Sans"/>
                <a:cs typeface="Hiragino Sans"/>
              </a:defRPr>
            </a:pPr>
            <a:r>
              <a:rPr dirty="0"/>
              <a:t>17関節 × (x, y) / 30 fps</a:t>
            </a:r>
          </a:p>
        </p:txBody>
      </p:sp>
      <p:sp>
        <p:nvSpPr>
          <p:cNvPr id="37" name="円/楕円 36">
            <a:extLst>
              <a:ext uri="{FF2B5EF4-FFF2-40B4-BE49-F238E27FC236}">
                <a16:creationId xmlns:a16="http://schemas.microsoft.com/office/drawing/2014/main" id="{6E6D646E-74F8-4526-B9B2-3D1B3B2722BA}"/>
              </a:ext>
            </a:extLst>
          </p:cNvPr>
          <p:cNvSpPr>
            <a:spLocks noGrp="1"/>
          </p:cNvSpPr>
          <p:nvPr/>
        </p:nvSpPr>
        <p:spPr>
          <a:xfrm>
            <a:off x="4514850" y="3605213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円/楕円 37">
            <a:extLst>
              <a:ext uri="{FF2B5EF4-FFF2-40B4-BE49-F238E27FC236}">
                <a16:creationId xmlns:a16="http://schemas.microsoft.com/office/drawing/2014/main" id="{73830997-35B1-44F8-81D0-96907C4459F8}"/>
              </a:ext>
            </a:extLst>
          </p:cNvPr>
          <p:cNvSpPr>
            <a:spLocks noGrp="1"/>
          </p:cNvSpPr>
          <p:nvPr/>
        </p:nvSpPr>
        <p:spPr>
          <a:xfrm>
            <a:off x="4953000" y="342423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39" name="直線矢印コネクタ 38"/>
          <p:cNvCxnSpPr>
            <a:stCxn id="37" idx="3"/>
            <a:endCxn id="38" idx="1"/>
          </p:cNvCxnSpPr>
          <p:nvPr/>
        </p:nvCxnSpPr>
        <p:spPr>
          <a:xfrm flipV="1">
            <a:off x="4516245" y="3425633"/>
            <a:ext cx="438150" cy="187710"/>
          </a:xfrm>
          <a:prstGeom prst="straightConnector1">
            <a:avLst/>
          </a:prstGeom>
          <a:ln w="14288">
            <a:solidFill>
              <a:srgbClr val="243449"/>
            </a:solidFill>
            <a:prstDash val="solid"/>
          </a:ln>
        </p:spPr>
      </p:cxnSp>
      <p:sp>
        <p:nvSpPr>
          <p:cNvPr id="40" name="円/楕円 39">
            <a:extLst>
              <a:ext uri="{FF2B5EF4-FFF2-40B4-BE49-F238E27FC236}">
                <a16:creationId xmlns:a16="http://schemas.microsoft.com/office/drawing/2014/main" id="{E0E310CC-5D0C-4E24-B191-8CF220394173}"/>
              </a:ext>
            </a:extLst>
          </p:cNvPr>
          <p:cNvSpPr>
            <a:spLocks noGrp="1"/>
          </p:cNvSpPr>
          <p:nvPr/>
        </p:nvSpPr>
        <p:spPr>
          <a:xfrm>
            <a:off x="762000" y="4162425"/>
            <a:ext cx="457200" cy="45720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E0A5844D-3341-41B3-ACE7-9130A65B235C}"/>
              </a:ext>
            </a:extLst>
          </p:cNvPr>
          <p:cNvSpPr>
            <a:spLocks noGrp="1"/>
          </p:cNvSpPr>
          <p:nvPr/>
        </p:nvSpPr>
        <p:spPr>
          <a:xfrm>
            <a:off x="781050" y="4229100"/>
            <a:ext cx="419100" cy="3238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0B1220"/>
                </a:solidFill>
                <a:latin typeface="Hiragino Sans"/>
                <a:ea typeface="Hiragino Sans"/>
                <a:cs typeface="Hiragino Sans"/>
              </a:defRPr>
            </a:pPr>
            <a:r>
              <a:t>3</a:t>
            </a: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BA348672-0D00-48AE-9377-A97FFD217316}"/>
              </a:ext>
            </a:extLst>
          </p:cNvPr>
          <p:cNvSpPr>
            <a:spLocks noGrp="1"/>
          </p:cNvSpPr>
          <p:nvPr/>
        </p:nvSpPr>
        <p:spPr>
          <a:xfrm>
            <a:off x="1409700" y="4191000"/>
            <a:ext cx="314325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F8FAFC"/>
                </a:solidFill>
                <a:latin typeface="Hiragino Sans"/>
                <a:ea typeface="Hiragino Sans"/>
                <a:cs typeface="Hiragino Sans"/>
              </a:defRPr>
            </a:pPr>
            <a:r>
              <a:t>keypoints_with_labels_3.csv</a:t>
            </a: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0EE26E6D-13A3-4AB3-B7D9-F0C847D23D59}"/>
              </a:ext>
            </a:extLst>
          </p:cNvPr>
          <p:cNvSpPr>
            <a:spLocks noGrp="1"/>
          </p:cNvSpPr>
          <p:nvPr/>
        </p:nvSpPr>
        <p:spPr>
          <a:xfrm>
            <a:off x="1409700" y="4476750"/>
            <a:ext cx="285750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94A3B8"/>
                </a:solidFill>
                <a:latin typeface="Hiragino Sans"/>
                <a:ea typeface="Hiragino Sans"/>
                <a:cs typeface="Hiragino Sans"/>
              </a:defRPr>
            </a:pPr>
            <a:r>
              <a:t>17関節 × (x, y) / 30 fps</a:t>
            </a:r>
          </a:p>
        </p:txBody>
      </p:sp>
      <p:sp>
        <p:nvSpPr>
          <p:cNvPr id="44" name="円/楕円 43">
            <a:extLst>
              <a:ext uri="{FF2B5EF4-FFF2-40B4-BE49-F238E27FC236}">
                <a16:creationId xmlns:a16="http://schemas.microsoft.com/office/drawing/2014/main" id="{1E3C2259-4E56-44FB-BB3B-B3E3309042FF}"/>
              </a:ext>
            </a:extLst>
          </p:cNvPr>
          <p:cNvSpPr>
            <a:spLocks noGrp="1"/>
          </p:cNvSpPr>
          <p:nvPr/>
        </p:nvSpPr>
        <p:spPr>
          <a:xfrm>
            <a:off x="4514850" y="4386263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円/楕円 44">
            <a:extLst>
              <a:ext uri="{FF2B5EF4-FFF2-40B4-BE49-F238E27FC236}">
                <a16:creationId xmlns:a16="http://schemas.microsoft.com/office/drawing/2014/main" id="{5F06CA72-1D99-4F28-A18C-9E9EAF2B5AE8}"/>
              </a:ext>
            </a:extLst>
          </p:cNvPr>
          <p:cNvSpPr>
            <a:spLocks noGrp="1"/>
          </p:cNvSpPr>
          <p:nvPr/>
        </p:nvSpPr>
        <p:spPr>
          <a:xfrm>
            <a:off x="4953000" y="342423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46" name="直線矢印コネクタ 45"/>
          <p:cNvCxnSpPr>
            <a:stCxn id="44" idx="3"/>
            <a:endCxn id="45" idx="1"/>
          </p:cNvCxnSpPr>
          <p:nvPr/>
        </p:nvCxnSpPr>
        <p:spPr>
          <a:xfrm flipV="1">
            <a:off x="4516245" y="3425633"/>
            <a:ext cx="438150" cy="968760"/>
          </a:xfrm>
          <a:prstGeom prst="straightConnector1">
            <a:avLst/>
          </a:prstGeom>
          <a:ln w="14288">
            <a:solidFill>
              <a:srgbClr val="243449"/>
            </a:solidFill>
            <a:prstDash val="solid"/>
          </a:ln>
        </p:spPr>
      </p:cxnSp>
      <p:sp>
        <p:nvSpPr>
          <p:cNvPr id="47" name="円/楕円 46">
            <a:extLst>
              <a:ext uri="{FF2B5EF4-FFF2-40B4-BE49-F238E27FC236}">
                <a16:creationId xmlns:a16="http://schemas.microsoft.com/office/drawing/2014/main" id="{E936C4E8-EB4A-46E1-BBDF-D8709DB243D8}"/>
              </a:ext>
            </a:extLst>
          </p:cNvPr>
          <p:cNvSpPr>
            <a:spLocks noGrp="1"/>
          </p:cNvSpPr>
          <p:nvPr/>
        </p:nvSpPr>
        <p:spPr>
          <a:xfrm>
            <a:off x="762000" y="4943475"/>
            <a:ext cx="457200" cy="457200"/>
          </a:xfrm>
          <a:prstGeom prst="ellipse">
            <a:avLst/>
          </a:prstGeom>
          <a:solidFill>
            <a:srgbClr val="2DD4BF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0DF3A4EC-622B-49A0-98E3-ED5F88CAF058}"/>
              </a:ext>
            </a:extLst>
          </p:cNvPr>
          <p:cNvSpPr>
            <a:spLocks noGrp="1"/>
          </p:cNvSpPr>
          <p:nvPr/>
        </p:nvSpPr>
        <p:spPr>
          <a:xfrm>
            <a:off x="781050" y="5010150"/>
            <a:ext cx="419100" cy="3238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0B1220"/>
                </a:solidFill>
                <a:latin typeface="Hiragino Sans"/>
                <a:ea typeface="Hiragino Sans"/>
                <a:cs typeface="Hiragino Sans"/>
              </a:defRPr>
            </a:pPr>
            <a:r>
              <a:t>5</a:t>
            </a: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9C3762DC-2B27-45E9-BB85-368B4D7566F7}"/>
              </a:ext>
            </a:extLst>
          </p:cNvPr>
          <p:cNvSpPr>
            <a:spLocks noGrp="1"/>
          </p:cNvSpPr>
          <p:nvPr/>
        </p:nvSpPr>
        <p:spPr>
          <a:xfrm>
            <a:off x="1409700" y="4972050"/>
            <a:ext cx="314325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F8FAFC"/>
                </a:solidFill>
                <a:latin typeface="Hiragino Sans"/>
                <a:ea typeface="Hiragino Sans"/>
                <a:cs typeface="Hiragino Sans"/>
              </a:defRPr>
            </a:pPr>
            <a:r>
              <a:t>keypoints_with_labels_5.csv</a:t>
            </a: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5617EAC4-9BD5-4DEF-B905-AAFC6ADF86C7}"/>
              </a:ext>
            </a:extLst>
          </p:cNvPr>
          <p:cNvSpPr>
            <a:spLocks noGrp="1"/>
          </p:cNvSpPr>
          <p:nvPr/>
        </p:nvSpPr>
        <p:spPr>
          <a:xfrm>
            <a:off x="1409700" y="5257800"/>
            <a:ext cx="285750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94A3B8"/>
                </a:solidFill>
                <a:latin typeface="Hiragino Sans"/>
                <a:ea typeface="Hiragino Sans"/>
                <a:cs typeface="Hiragino Sans"/>
              </a:defRPr>
            </a:pPr>
            <a:r>
              <a:t>17関節 × (x, y) / 30 fps</a:t>
            </a:r>
          </a:p>
        </p:txBody>
      </p:sp>
      <p:sp>
        <p:nvSpPr>
          <p:cNvPr id="51" name="円/楕円 50">
            <a:extLst>
              <a:ext uri="{FF2B5EF4-FFF2-40B4-BE49-F238E27FC236}">
                <a16:creationId xmlns:a16="http://schemas.microsoft.com/office/drawing/2014/main" id="{7F605000-4818-47ED-93F9-8AC564813D67}"/>
              </a:ext>
            </a:extLst>
          </p:cNvPr>
          <p:cNvSpPr>
            <a:spLocks noGrp="1"/>
          </p:cNvSpPr>
          <p:nvPr/>
        </p:nvSpPr>
        <p:spPr>
          <a:xfrm>
            <a:off x="4514850" y="5167313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2" name="円/楕円 51">
            <a:extLst>
              <a:ext uri="{FF2B5EF4-FFF2-40B4-BE49-F238E27FC236}">
                <a16:creationId xmlns:a16="http://schemas.microsoft.com/office/drawing/2014/main" id="{C6693824-A213-4DBE-8E46-911BF1697BAE}"/>
              </a:ext>
            </a:extLst>
          </p:cNvPr>
          <p:cNvSpPr>
            <a:spLocks noGrp="1"/>
          </p:cNvSpPr>
          <p:nvPr/>
        </p:nvSpPr>
        <p:spPr>
          <a:xfrm>
            <a:off x="4953000" y="342423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53" name="直線矢印コネクタ 52"/>
          <p:cNvCxnSpPr>
            <a:stCxn id="51" idx="3"/>
            <a:endCxn id="52" idx="1"/>
          </p:cNvCxnSpPr>
          <p:nvPr/>
        </p:nvCxnSpPr>
        <p:spPr>
          <a:xfrm flipV="1">
            <a:off x="4516245" y="3425633"/>
            <a:ext cx="438150" cy="1749810"/>
          </a:xfrm>
          <a:prstGeom prst="straightConnector1">
            <a:avLst/>
          </a:prstGeom>
          <a:ln w="14288">
            <a:solidFill>
              <a:srgbClr val="243449"/>
            </a:solidFill>
            <a:prstDash val="solid"/>
          </a:ln>
        </p:spPr>
      </p:cxnSp>
      <p:sp>
        <p:nvSpPr>
          <p:cNvPr id="54" name="角丸四角形 53">
            <a:extLst>
              <a:ext uri="{FF2B5EF4-FFF2-40B4-BE49-F238E27FC236}">
                <a16:creationId xmlns:a16="http://schemas.microsoft.com/office/drawing/2014/main" id="{5FFBDF99-9DA7-4C0D-A666-DA440482914D}"/>
              </a:ext>
            </a:extLst>
          </p:cNvPr>
          <p:cNvSpPr>
            <a:spLocks noGrp="1"/>
          </p:cNvSpPr>
          <p:nvPr/>
        </p:nvSpPr>
        <p:spPr>
          <a:xfrm>
            <a:off x="571500" y="5772150"/>
            <a:ext cx="10706100" cy="438150"/>
          </a:xfrm>
          <a:prstGeom prst="roundRect">
            <a:avLst>
              <a:gd name="adj" fmla="val 21739"/>
            </a:avLst>
          </a:prstGeom>
          <a:solidFill>
            <a:srgbClr val="0E1929"/>
          </a:solidFill>
          <a:ln w="9525">
            <a:solidFill>
              <a:srgbClr val="24344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6C096239-FF27-4317-A71B-171C8A6B38F4}"/>
              </a:ext>
            </a:extLst>
          </p:cNvPr>
          <p:cNvSpPr>
            <a:spLocks noGrp="1"/>
          </p:cNvSpPr>
          <p:nvPr/>
        </p:nvSpPr>
        <p:spPr>
          <a:xfrm>
            <a:off x="781050" y="5876925"/>
            <a:ext cx="704850" cy="209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64748B"/>
                </a:solidFill>
                <a:latin typeface="Hiragino Sans"/>
                <a:ea typeface="Hiragino Sans"/>
                <a:cs typeface="Hiragino Sans"/>
              </a:defRPr>
            </a:pPr>
            <a:r>
              <a:t>未使用</a:t>
            </a: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426C2C17-06C3-4BEA-9508-5F93C6D14F74}"/>
              </a:ext>
            </a:extLst>
          </p:cNvPr>
          <p:cNvSpPr>
            <a:spLocks noGrp="1"/>
          </p:cNvSpPr>
          <p:nvPr/>
        </p:nvSpPr>
        <p:spPr>
          <a:xfrm>
            <a:off x="1619250" y="5848350"/>
            <a:ext cx="5048250" cy="2476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94A3B8"/>
                </a:solidFill>
                <a:latin typeface="Hiragino Sans"/>
                <a:ea typeface="Hiragino Sans"/>
                <a:cs typeface="Hiragino Sans"/>
              </a:defRPr>
            </a:pPr>
            <a:r>
              <a:t>timetable / SRT / PDF / Notebook内の学習結果</a:t>
            </a:r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67AAF505-EF94-4B09-A39E-7D93F20BDDD8}"/>
              </a:ext>
            </a:extLst>
          </p:cNvPr>
          <p:cNvSpPr>
            <a:spLocks noGrp="1"/>
          </p:cNvSpPr>
          <p:nvPr/>
        </p:nvSpPr>
        <p:spPr>
          <a:xfrm>
            <a:off x="7524750" y="5848350"/>
            <a:ext cx="3429000" cy="2476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defRPr sz="1125" b="1">
                <a:solidFill>
                  <a:srgbClr val="F8FAFC"/>
                </a:solidFill>
                <a:latin typeface="Hiragino Sans"/>
                <a:ea typeface="Hiragino Sans"/>
                <a:cs typeface="Hiragino Sans"/>
              </a:defRPr>
            </a:pPr>
            <a:r>
              <a:t>入力データとラベルは一切書き換えない</a:t>
            </a:r>
          </a:p>
        </p:txBody>
      </p:sp>
    </p:spTree>
    <p:extLst>
      <p:ext uri="{BB962C8B-B14F-4D97-AF65-F5344CB8AC3E}">
        <p14:creationId xmlns:p14="http://schemas.microsoft.com/office/powerpoint/2010/main" val="1866106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kicker-marker">
            <a:extLst>
              <a:ext uri="{FF2B5EF4-FFF2-40B4-BE49-F238E27FC236}">
                <a16:creationId xmlns:a16="http://schemas.microsoft.com/office/drawing/2014/main" id="{AB246467-CBD9-43B5-A1B4-A6C4BD054629}"/>
              </a:ext>
            </a:extLst>
          </p:cNvPr>
          <p:cNvSpPr>
            <a:spLocks noGrp="1"/>
          </p:cNvSpPr>
          <p:nvPr/>
        </p:nvSpPr>
        <p:spPr>
          <a:xfrm>
            <a:off x="581025" y="466725"/>
            <a:ext cx="95250" cy="95250"/>
          </a:xfrm>
          <a:prstGeom prst="ellipse">
            <a:avLst/>
          </a:prstGeom>
          <a:solidFill>
            <a:srgbClr val="38BDF8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85DE4E35-C0B4-4C16-84AB-36AE52910571}"/>
              </a:ext>
            </a:extLst>
          </p:cNvPr>
          <p:cNvSpPr>
            <a:spLocks noGrp="1"/>
          </p:cNvSpPr>
          <p:nvPr/>
        </p:nvSpPr>
        <p:spPr>
          <a:xfrm>
            <a:off x="781050" y="409575"/>
            <a:ext cx="3429000" cy="2095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050" b="1">
                <a:solidFill>
                  <a:srgbClr val="38BDF8"/>
                </a:solidFill>
                <a:latin typeface="Hiragino Sans"/>
                <a:ea typeface="Hiragino Sans"/>
                <a:cs typeface="Hiragino Sans"/>
              </a:defRPr>
            </a:pPr>
            <a:r>
              <a:t>LABEL SPACE</a:t>
            </a:r>
          </a:p>
        </p:txBody>
      </p:sp>
      <p:sp>
        <p:nvSpPr>
          <p:cNvPr id="3" name="title-3">
            <a:extLst>
              <a:ext uri="{FF2B5EF4-FFF2-40B4-BE49-F238E27FC236}">
                <a16:creationId xmlns:a16="http://schemas.microsoft.com/office/drawing/2014/main" id="{2EEF5E3A-0308-4750-9A6C-5EDB8E627C00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11049000" cy="609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3150" b="1">
                <a:solidFill>
                  <a:srgbClr val="F8FAFC"/>
                </a:solidFill>
                <a:latin typeface="Hiragino Sans"/>
                <a:ea typeface="Hiragino Sans"/>
                <a:cs typeface="Hiragino Sans"/>
              </a:defRPr>
            </a:pPr>
            <a:r>
              <a:t>8活動を「通常4」「異常4」に分けて学習する</a:t>
            </a:r>
          </a:p>
        </p:txBody>
      </p:sp>
      <p:sp>
        <p:nvSpPr>
          <p:cNvPr id="4" name="subtitle-3">
            <a:extLst>
              <a:ext uri="{FF2B5EF4-FFF2-40B4-BE49-F238E27FC236}">
                <a16:creationId xmlns:a16="http://schemas.microsoft.com/office/drawing/2014/main" id="{AF5DCF69-8289-4EAF-AC97-1B490297E292}"/>
              </a:ext>
            </a:extLst>
          </p:cNvPr>
          <p:cNvSpPr>
            <a:spLocks noGrp="1"/>
          </p:cNvSpPr>
          <p:nvPr/>
        </p:nvSpPr>
        <p:spPr>
          <a:xfrm>
            <a:off x="571500" y="1409700"/>
            <a:ext cx="10287000" cy="4000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94A3B8"/>
                </a:solidFill>
                <a:latin typeface="Hiragino Sans"/>
                <a:ea typeface="Hiragino Sans"/>
                <a:cs typeface="Hiragino Sans"/>
              </a:defRPr>
            </a:pPr>
            <a:r>
              <a:t>活動分類と異常判定を同時に扱う二階層の問題設定</a:t>
            </a:r>
          </a:p>
        </p:txBody>
      </p:sp>
      <p:sp>
        <p:nvSpPr>
          <p:cNvPr id="5" name="footer-rule-3:from-anchor">
            <a:extLst>
              <a:ext uri="{FF2B5EF4-FFF2-40B4-BE49-F238E27FC236}">
                <a16:creationId xmlns:a16="http://schemas.microsoft.com/office/drawing/2014/main" id="{6038031B-7C9C-46F7-943F-1D524827A509}"/>
              </a:ext>
            </a:extLst>
          </p:cNvPr>
          <p:cNvSpPr>
            <a:spLocks noGrp="1"/>
          </p:cNvSpPr>
          <p:nvPr/>
        </p:nvSpPr>
        <p:spPr>
          <a:xfrm>
            <a:off x="542925" y="6481763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footer-rule-3:to-anchor">
            <a:extLst>
              <a:ext uri="{FF2B5EF4-FFF2-40B4-BE49-F238E27FC236}">
                <a16:creationId xmlns:a16="http://schemas.microsoft.com/office/drawing/2014/main" id="{D85E7EA5-9F67-40F7-9527-1CFFAC51A64B}"/>
              </a:ext>
            </a:extLst>
          </p:cNvPr>
          <p:cNvSpPr>
            <a:spLocks noGrp="1"/>
          </p:cNvSpPr>
          <p:nvPr/>
        </p:nvSpPr>
        <p:spPr>
          <a:xfrm>
            <a:off x="11639550" y="6481763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7" name="footer-rule-3"/>
          <p:cNvCxnSpPr>
            <a:stCxn id="5" idx="3"/>
            <a:endCxn id="6" idx="1"/>
          </p:cNvCxnSpPr>
          <p:nvPr/>
        </p:nvCxnSpPr>
        <p:spPr>
          <a:xfrm flipV="1">
            <a:off x="544320" y="6483158"/>
            <a:ext cx="11096625" cy="6735"/>
          </a:xfrm>
          <a:prstGeom prst="straightConnector1">
            <a:avLst/>
          </a:prstGeom>
          <a:ln w="9525">
            <a:solidFill>
              <a:srgbClr val="243449"/>
            </a:solidFill>
            <a:prstDash val="solid"/>
          </a:ln>
        </p:spPr>
      </p:cxnSp>
      <p:sp>
        <p:nvSpPr>
          <p:cNvPr id="8" name="footer-source-3">
            <a:extLst>
              <a:ext uri="{FF2B5EF4-FFF2-40B4-BE49-F238E27FC236}">
                <a16:creationId xmlns:a16="http://schemas.microsoft.com/office/drawing/2014/main" id="{4698F36B-0E89-4992-AD0C-48987F7F010B}"/>
              </a:ext>
            </a:extLst>
          </p:cNvPr>
          <p:cNvSpPr>
            <a:spLocks noGrp="1"/>
          </p:cNvSpPr>
          <p:nvPr/>
        </p:nvSpPr>
        <p:spPr>
          <a:xfrm>
            <a:off x="571500" y="6553200"/>
            <a:ext cx="7620000" cy="1714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defRPr>
            </a:pPr>
            <a:r>
              <a:t>Source: SPECIFICATION.md / LOSO metrics</a:t>
            </a:r>
          </a:p>
        </p:txBody>
      </p:sp>
      <p:sp>
        <p:nvSpPr>
          <p:cNvPr id="9" name="footer-page-3">
            <a:extLst>
              <a:ext uri="{FF2B5EF4-FFF2-40B4-BE49-F238E27FC236}">
                <a16:creationId xmlns:a16="http://schemas.microsoft.com/office/drawing/2014/main" id="{BAE325C6-CDA4-4880-B8D6-EE58624A05E7}"/>
              </a:ext>
            </a:extLst>
          </p:cNvPr>
          <p:cNvSpPr>
            <a:spLocks noGrp="1"/>
          </p:cNvSpPr>
          <p:nvPr/>
        </p:nvSpPr>
        <p:spPr>
          <a:xfrm>
            <a:off x="11049000" y="6524625"/>
            <a:ext cx="571500" cy="209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Hiragino Sans"/>
                <a:ea typeface="Hiragino Sans"/>
                <a:cs typeface="Hiragino Sans"/>
              </a:defRPr>
            </a:pPr>
            <a:r>
              <a:t>03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B0B3DD8F-3598-4D28-97E0-C622DE4A558D}"/>
              </a:ext>
            </a:extLst>
          </p:cNvPr>
          <p:cNvSpPr>
            <a:spLocks noGrp="1"/>
          </p:cNvSpPr>
          <p:nvPr/>
        </p:nvSpPr>
        <p:spPr>
          <a:xfrm>
            <a:off x="857250" y="2152650"/>
            <a:ext cx="3333750" cy="3238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2DD4BF"/>
                </a:solidFill>
                <a:latin typeface="Hiragino Sans"/>
                <a:ea typeface="Hiragino Sans"/>
                <a:cs typeface="Hiragino Sans"/>
              </a:defRPr>
            </a:pPr>
            <a:r>
              <a:t>NORMAL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ABCFBE05-8675-4AE2-ADF5-4F7609916650}"/>
              </a:ext>
            </a:extLst>
          </p:cNvPr>
          <p:cNvSpPr>
            <a:spLocks noGrp="1"/>
          </p:cNvSpPr>
          <p:nvPr/>
        </p:nvSpPr>
        <p:spPr>
          <a:xfrm>
            <a:off x="8001000" y="2152650"/>
            <a:ext cx="3333750" cy="3238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defRPr sz="1650" b="1">
                <a:solidFill>
                  <a:srgbClr val="FB7185"/>
                </a:solidFill>
                <a:latin typeface="Hiragino Sans"/>
                <a:ea typeface="Hiragino Sans"/>
                <a:cs typeface="Hiragino Sans"/>
              </a:defRPr>
            </a:pPr>
            <a:r>
              <a:t>UNUSUAL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47C37678-20B7-400E-96E9-61466F748FC9}"/>
              </a:ext>
            </a:extLst>
          </p:cNvPr>
          <p:cNvSpPr>
            <a:spLocks noGrp="1"/>
          </p:cNvSpPr>
          <p:nvPr/>
        </p:nvSpPr>
        <p:spPr>
          <a:xfrm>
            <a:off x="742950" y="2600325"/>
            <a:ext cx="1238250" cy="8763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5550" b="1">
                <a:solidFill>
                  <a:srgbClr val="2DD4BF"/>
                </a:solidFill>
                <a:latin typeface="Hiragino Sans"/>
                <a:ea typeface="Hiragino Sans"/>
                <a:cs typeface="Hiragino Sans"/>
              </a:defRPr>
            </a:pPr>
            <a:r>
              <a:t>4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14480069-E685-431F-91AB-7585F34E9362}"/>
              </a:ext>
            </a:extLst>
          </p:cNvPr>
          <p:cNvSpPr>
            <a:spLocks noGrp="1"/>
          </p:cNvSpPr>
          <p:nvPr/>
        </p:nvSpPr>
        <p:spPr>
          <a:xfrm>
            <a:off x="10210800" y="2600325"/>
            <a:ext cx="1238250" cy="8763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defRPr sz="5550" b="1">
                <a:solidFill>
                  <a:srgbClr val="FB7185"/>
                </a:solidFill>
                <a:latin typeface="Hiragino Sans"/>
                <a:ea typeface="Hiragino Sans"/>
                <a:cs typeface="Hiragino Sans"/>
              </a:defRPr>
            </a:pPr>
            <a:r>
              <a:t>4</a:t>
            </a:r>
          </a:p>
        </p:txBody>
      </p:sp>
      <p:sp>
        <p:nvSpPr>
          <p:cNvPr id="14" name="円/楕円 13">
            <a:extLst>
              <a:ext uri="{FF2B5EF4-FFF2-40B4-BE49-F238E27FC236}">
                <a16:creationId xmlns:a16="http://schemas.microsoft.com/office/drawing/2014/main" id="{5349AB47-299C-426D-8E9B-8595676ACDEC}"/>
              </a:ext>
            </a:extLst>
          </p:cNvPr>
          <p:cNvSpPr>
            <a:spLocks noGrp="1"/>
          </p:cNvSpPr>
          <p:nvPr/>
        </p:nvSpPr>
        <p:spPr>
          <a:xfrm>
            <a:off x="6067425" y="209073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円/楕円 14">
            <a:extLst>
              <a:ext uri="{FF2B5EF4-FFF2-40B4-BE49-F238E27FC236}">
                <a16:creationId xmlns:a16="http://schemas.microsoft.com/office/drawing/2014/main" id="{4792171E-ED4C-40D2-8AD4-528589F69C95}"/>
              </a:ext>
            </a:extLst>
          </p:cNvPr>
          <p:cNvSpPr>
            <a:spLocks noGrp="1"/>
          </p:cNvSpPr>
          <p:nvPr/>
        </p:nvSpPr>
        <p:spPr>
          <a:xfrm>
            <a:off x="6076950" y="53101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16" name="直線矢印コネクタ 15"/>
          <p:cNvCxnSpPr>
            <a:stCxn id="14" idx="3"/>
            <a:endCxn id="15" idx="1"/>
          </p:cNvCxnSpPr>
          <p:nvPr/>
        </p:nvCxnSpPr>
        <p:spPr>
          <a:xfrm>
            <a:off x="6068820" y="2098868"/>
            <a:ext cx="9525" cy="3212715"/>
          </a:xfrm>
          <a:prstGeom prst="straightConnector1">
            <a:avLst/>
          </a:prstGeom>
          <a:ln w="19050">
            <a:solidFill>
              <a:srgbClr val="243449"/>
            </a:solidFill>
            <a:prstDash val="solid"/>
          </a:ln>
        </p:spPr>
      </p:cxnSp>
      <p:sp>
        <p:nvSpPr>
          <p:cNvPr id="17" name="円/楕円 16">
            <a:extLst>
              <a:ext uri="{FF2B5EF4-FFF2-40B4-BE49-F238E27FC236}">
                <a16:creationId xmlns:a16="http://schemas.microsoft.com/office/drawing/2014/main" id="{487405C5-CAB1-4F38-BEF2-6D3B870509AB}"/>
              </a:ext>
            </a:extLst>
          </p:cNvPr>
          <p:cNvSpPr>
            <a:spLocks noGrp="1"/>
          </p:cNvSpPr>
          <p:nvPr/>
        </p:nvSpPr>
        <p:spPr>
          <a:xfrm>
            <a:off x="5514975" y="3152775"/>
            <a:ext cx="1123950" cy="1123950"/>
          </a:xfrm>
          <a:prstGeom prst="ellipse">
            <a:avLst/>
          </a:prstGeom>
          <a:solidFill>
            <a:srgbClr val="111C2E"/>
          </a:solidFill>
          <a:ln w="1905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39604D12-9D34-4120-AA0E-0177E65C2235}"/>
              </a:ext>
            </a:extLst>
          </p:cNvPr>
          <p:cNvSpPr>
            <a:spLocks noGrp="1"/>
          </p:cNvSpPr>
          <p:nvPr/>
        </p:nvSpPr>
        <p:spPr>
          <a:xfrm>
            <a:off x="5715000" y="3209925"/>
            <a:ext cx="723900" cy="647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4050" b="1">
                <a:solidFill>
                  <a:srgbClr val="F8FAFC"/>
                </a:solidFill>
                <a:latin typeface="Hiragino Sans"/>
                <a:ea typeface="Hiragino Sans"/>
                <a:cs typeface="Hiragino Sans"/>
              </a:defRPr>
            </a:pPr>
            <a:r>
              <a:t>8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EEF1E50D-8F08-4EC9-A812-F8764AEE776D}"/>
              </a:ext>
            </a:extLst>
          </p:cNvPr>
          <p:cNvSpPr>
            <a:spLocks noGrp="1"/>
          </p:cNvSpPr>
          <p:nvPr/>
        </p:nvSpPr>
        <p:spPr>
          <a:xfrm>
            <a:off x="5505450" y="3857625"/>
            <a:ext cx="114300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050" b="1">
                <a:solidFill>
                  <a:srgbClr val="94A3B8"/>
                </a:solidFill>
                <a:latin typeface="Hiragino Sans"/>
                <a:ea typeface="Hiragino Sans"/>
                <a:cs typeface="Hiragino Sans"/>
              </a:defRPr>
            </a:pPr>
            <a:r>
              <a:t>CLASSES</a:t>
            </a:r>
          </a:p>
        </p:txBody>
      </p:sp>
      <p:sp>
        <p:nvSpPr>
          <p:cNvPr id="20" name="円/楕円 19">
            <a:extLst>
              <a:ext uri="{FF2B5EF4-FFF2-40B4-BE49-F238E27FC236}">
                <a16:creationId xmlns:a16="http://schemas.microsoft.com/office/drawing/2014/main" id="{71D0C699-51F3-424C-8565-68B2B0822EEF}"/>
              </a:ext>
            </a:extLst>
          </p:cNvPr>
          <p:cNvSpPr>
            <a:spLocks noGrp="1"/>
          </p:cNvSpPr>
          <p:nvPr/>
        </p:nvSpPr>
        <p:spPr>
          <a:xfrm>
            <a:off x="2276475" y="2857500"/>
            <a:ext cx="114300" cy="114300"/>
          </a:xfrm>
          <a:prstGeom prst="ellipse">
            <a:avLst/>
          </a:prstGeom>
          <a:solidFill>
            <a:srgbClr val="2DD4BF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539056D3-7E44-49E7-AB72-525A7C145D44}"/>
              </a:ext>
            </a:extLst>
          </p:cNvPr>
          <p:cNvSpPr>
            <a:spLocks noGrp="1"/>
          </p:cNvSpPr>
          <p:nvPr/>
        </p:nvSpPr>
        <p:spPr>
          <a:xfrm>
            <a:off x="2571750" y="2724150"/>
            <a:ext cx="2857500" cy="381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F8FAFC"/>
                </a:solidFill>
                <a:latin typeface="Hiragino Sans"/>
                <a:ea typeface="Hiragino Sans"/>
                <a:cs typeface="Hiragino Sans"/>
              </a:defRPr>
            </a:pPr>
            <a:r>
              <a:t>Sitting quietly</a:t>
            </a:r>
          </a:p>
        </p:txBody>
      </p:sp>
      <p:sp>
        <p:nvSpPr>
          <p:cNvPr id="22" name="円/楕円 21">
            <a:extLst>
              <a:ext uri="{FF2B5EF4-FFF2-40B4-BE49-F238E27FC236}">
                <a16:creationId xmlns:a16="http://schemas.microsoft.com/office/drawing/2014/main" id="{568B2EB4-2E64-468F-858E-8FC40A770FB3}"/>
              </a:ext>
            </a:extLst>
          </p:cNvPr>
          <p:cNvSpPr>
            <a:spLocks noGrp="1"/>
          </p:cNvSpPr>
          <p:nvPr/>
        </p:nvSpPr>
        <p:spPr>
          <a:xfrm>
            <a:off x="2324100" y="311943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円/楕円 22">
            <a:extLst>
              <a:ext uri="{FF2B5EF4-FFF2-40B4-BE49-F238E27FC236}">
                <a16:creationId xmlns:a16="http://schemas.microsoft.com/office/drawing/2014/main" id="{21B698B7-AD65-4520-9B78-11AD5DF88C9A}"/>
              </a:ext>
            </a:extLst>
          </p:cNvPr>
          <p:cNvSpPr>
            <a:spLocks noGrp="1"/>
          </p:cNvSpPr>
          <p:nvPr/>
        </p:nvSpPr>
        <p:spPr>
          <a:xfrm>
            <a:off x="5219700" y="311943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24" name="直線矢印コネクタ 23"/>
          <p:cNvCxnSpPr>
            <a:stCxn id="22" idx="3"/>
            <a:endCxn id="23" idx="1"/>
          </p:cNvCxnSpPr>
          <p:nvPr/>
        </p:nvCxnSpPr>
        <p:spPr>
          <a:xfrm flipV="1">
            <a:off x="2325495" y="3120833"/>
            <a:ext cx="2895600" cy="6735"/>
          </a:xfrm>
          <a:prstGeom prst="straightConnector1">
            <a:avLst/>
          </a:prstGeom>
          <a:ln w="9525">
            <a:solidFill>
              <a:srgbClr val="243449"/>
            </a:solidFill>
            <a:prstDash val="solid"/>
          </a:ln>
        </p:spPr>
      </p:cxnSp>
      <p:sp>
        <p:nvSpPr>
          <p:cNvPr id="25" name="円/楕円 24">
            <a:extLst>
              <a:ext uri="{FF2B5EF4-FFF2-40B4-BE49-F238E27FC236}">
                <a16:creationId xmlns:a16="http://schemas.microsoft.com/office/drawing/2014/main" id="{D7EFB0AC-4CB7-405B-8F13-CC1DCF33FAF4}"/>
              </a:ext>
            </a:extLst>
          </p:cNvPr>
          <p:cNvSpPr>
            <a:spLocks noGrp="1"/>
          </p:cNvSpPr>
          <p:nvPr/>
        </p:nvSpPr>
        <p:spPr>
          <a:xfrm>
            <a:off x="2276475" y="3505200"/>
            <a:ext cx="114300" cy="114300"/>
          </a:xfrm>
          <a:prstGeom prst="ellipse">
            <a:avLst/>
          </a:prstGeom>
          <a:solidFill>
            <a:srgbClr val="2DD4BF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676DEFF9-F712-4270-8F77-1531C16D6404}"/>
              </a:ext>
            </a:extLst>
          </p:cNvPr>
          <p:cNvSpPr>
            <a:spLocks noGrp="1"/>
          </p:cNvSpPr>
          <p:nvPr/>
        </p:nvSpPr>
        <p:spPr>
          <a:xfrm>
            <a:off x="2571750" y="3371850"/>
            <a:ext cx="2857500" cy="381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F8FAFC"/>
                </a:solidFill>
                <a:latin typeface="Hiragino Sans"/>
                <a:ea typeface="Hiragino Sans"/>
                <a:cs typeface="Hiragino Sans"/>
              </a:defRPr>
            </a:pPr>
            <a:r>
              <a:t>Using phone</a:t>
            </a:r>
          </a:p>
        </p:txBody>
      </p:sp>
      <p:sp>
        <p:nvSpPr>
          <p:cNvPr id="27" name="円/楕円 26">
            <a:extLst>
              <a:ext uri="{FF2B5EF4-FFF2-40B4-BE49-F238E27FC236}">
                <a16:creationId xmlns:a16="http://schemas.microsoft.com/office/drawing/2014/main" id="{2FC69A18-BF4B-4C15-A65D-10F45DA5A46B}"/>
              </a:ext>
            </a:extLst>
          </p:cNvPr>
          <p:cNvSpPr>
            <a:spLocks noGrp="1"/>
          </p:cNvSpPr>
          <p:nvPr/>
        </p:nvSpPr>
        <p:spPr>
          <a:xfrm>
            <a:off x="2324100" y="376713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円/楕円 27">
            <a:extLst>
              <a:ext uri="{FF2B5EF4-FFF2-40B4-BE49-F238E27FC236}">
                <a16:creationId xmlns:a16="http://schemas.microsoft.com/office/drawing/2014/main" id="{3E58132A-7F65-4DF8-8962-DEC007A68C3C}"/>
              </a:ext>
            </a:extLst>
          </p:cNvPr>
          <p:cNvSpPr>
            <a:spLocks noGrp="1"/>
          </p:cNvSpPr>
          <p:nvPr/>
        </p:nvSpPr>
        <p:spPr>
          <a:xfrm>
            <a:off x="5219700" y="376713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29" name="直線矢印コネクタ 28"/>
          <p:cNvCxnSpPr>
            <a:stCxn id="27" idx="3"/>
            <a:endCxn id="28" idx="1"/>
          </p:cNvCxnSpPr>
          <p:nvPr/>
        </p:nvCxnSpPr>
        <p:spPr>
          <a:xfrm flipV="1">
            <a:off x="2325495" y="3768533"/>
            <a:ext cx="2895600" cy="6735"/>
          </a:xfrm>
          <a:prstGeom prst="straightConnector1">
            <a:avLst/>
          </a:prstGeom>
          <a:ln w="9525">
            <a:solidFill>
              <a:srgbClr val="243449"/>
            </a:solidFill>
            <a:prstDash val="solid"/>
          </a:ln>
        </p:spPr>
      </p:cxnSp>
      <p:sp>
        <p:nvSpPr>
          <p:cNvPr id="30" name="円/楕円 29">
            <a:extLst>
              <a:ext uri="{FF2B5EF4-FFF2-40B4-BE49-F238E27FC236}">
                <a16:creationId xmlns:a16="http://schemas.microsoft.com/office/drawing/2014/main" id="{90711F3B-FB7F-4D25-B358-010533C97C4E}"/>
              </a:ext>
            </a:extLst>
          </p:cNvPr>
          <p:cNvSpPr>
            <a:spLocks noGrp="1"/>
          </p:cNvSpPr>
          <p:nvPr/>
        </p:nvSpPr>
        <p:spPr>
          <a:xfrm>
            <a:off x="2276475" y="4152900"/>
            <a:ext cx="114300" cy="114300"/>
          </a:xfrm>
          <a:prstGeom prst="ellipse">
            <a:avLst/>
          </a:prstGeom>
          <a:solidFill>
            <a:srgbClr val="2DD4BF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6D8719AF-C7FB-45E4-BF8A-B3B62D4686AE}"/>
              </a:ext>
            </a:extLst>
          </p:cNvPr>
          <p:cNvSpPr>
            <a:spLocks noGrp="1"/>
          </p:cNvSpPr>
          <p:nvPr/>
        </p:nvSpPr>
        <p:spPr>
          <a:xfrm>
            <a:off x="2571750" y="4019550"/>
            <a:ext cx="2857500" cy="381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8FAFC"/>
                </a:solidFill>
                <a:latin typeface="Hiragino Sans"/>
                <a:ea typeface="Hiragino Sans"/>
                <a:cs typeface="Hiragino Sans"/>
              </a:defRPr>
            </a:pPr>
            <a:r>
              <a:t>Walking</a:t>
            </a:r>
          </a:p>
        </p:txBody>
      </p:sp>
      <p:sp>
        <p:nvSpPr>
          <p:cNvPr id="32" name="円/楕円 31">
            <a:extLst>
              <a:ext uri="{FF2B5EF4-FFF2-40B4-BE49-F238E27FC236}">
                <a16:creationId xmlns:a16="http://schemas.microsoft.com/office/drawing/2014/main" id="{2783D489-C779-4AC9-B9AB-154D9638D5BF}"/>
              </a:ext>
            </a:extLst>
          </p:cNvPr>
          <p:cNvSpPr>
            <a:spLocks noGrp="1"/>
          </p:cNvSpPr>
          <p:nvPr/>
        </p:nvSpPr>
        <p:spPr>
          <a:xfrm>
            <a:off x="2324100" y="441483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円/楕円 32">
            <a:extLst>
              <a:ext uri="{FF2B5EF4-FFF2-40B4-BE49-F238E27FC236}">
                <a16:creationId xmlns:a16="http://schemas.microsoft.com/office/drawing/2014/main" id="{8D65FDD5-6F22-4B99-9293-ADFEE7BA6B7E}"/>
              </a:ext>
            </a:extLst>
          </p:cNvPr>
          <p:cNvSpPr>
            <a:spLocks noGrp="1"/>
          </p:cNvSpPr>
          <p:nvPr/>
        </p:nvSpPr>
        <p:spPr>
          <a:xfrm>
            <a:off x="5219700" y="441483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34" name="直線矢印コネクタ 33"/>
          <p:cNvCxnSpPr>
            <a:stCxn id="32" idx="3"/>
            <a:endCxn id="33" idx="1"/>
          </p:cNvCxnSpPr>
          <p:nvPr/>
        </p:nvCxnSpPr>
        <p:spPr>
          <a:xfrm flipV="1">
            <a:off x="2325495" y="4416233"/>
            <a:ext cx="2895600" cy="6735"/>
          </a:xfrm>
          <a:prstGeom prst="straightConnector1">
            <a:avLst/>
          </a:prstGeom>
          <a:ln w="9525">
            <a:solidFill>
              <a:srgbClr val="243449"/>
            </a:solidFill>
            <a:prstDash val="solid"/>
          </a:ln>
        </p:spPr>
      </p:cxnSp>
      <p:sp>
        <p:nvSpPr>
          <p:cNvPr id="35" name="円/楕円 34">
            <a:extLst>
              <a:ext uri="{FF2B5EF4-FFF2-40B4-BE49-F238E27FC236}">
                <a16:creationId xmlns:a16="http://schemas.microsoft.com/office/drawing/2014/main" id="{826E06DD-C071-4160-8066-C09CBB1088AB}"/>
              </a:ext>
            </a:extLst>
          </p:cNvPr>
          <p:cNvSpPr>
            <a:spLocks noGrp="1"/>
          </p:cNvSpPr>
          <p:nvPr/>
        </p:nvSpPr>
        <p:spPr>
          <a:xfrm>
            <a:off x="2276475" y="4800600"/>
            <a:ext cx="114300" cy="114300"/>
          </a:xfrm>
          <a:prstGeom prst="ellipse">
            <a:avLst/>
          </a:prstGeom>
          <a:solidFill>
            <a:srgbClr val="2DD4BF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1FD819D5-F573-42E5-8E5E-145FD8F4C03F}"/>
              </a:ext>
            </a:extLst>
          </p:cNvPr>
          <p:cNvSpPr>
            <a:spLocks noGrp="1"/>
          </p:cNvSpPr>
          <p:nvPr/>
        </p:nvSpPr>
        <p:spPr>
          <a:xfrm>
            <a:off x="2571750" y="4667250"/>
            <a:ext cx="2857500" cy="381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F8FAFC"/>
                </a:solidFill>
                <a:latin typeface="Hiragino Sans"/>
                <a:ea typeface="Hiragino Sans"/>
                <a:cs typeface="Hiragino Sans"/>
              </a:defRPr>
            </a:pPr>
            <a:r>
              <a:t>Eating snacks</a:t>
            </a:r>
          </a:p>
        </p:txBody>
      </p:sp>
      <p:sp>
        <p:nvSpPr>
          <p:cNvPr id="37" name="円/楕円 36">
            <a:extLst>
              <a:ext uri="{FF2B5EF4-FFF2-40B4-BE49-F238E27FC236}">
                <a16:creationId xmlns:a16="http://schemas.microsoft.com/office/drawing/2014/main" id="{B5BED95F-591C-462B-8772-3DB9F1B13102}"/>
              </a:ext>
            </a:extLst>
          </p:cNvPr>
          <p:cNvSpPr>
            <a:spLocks noGrp="1"/>
          </p:cNvSpPr>
          <p:nvPr/>
        </p:nvSpPr>
        <p:spPr>
          <a:xfrm>
            <a:off x="2324100" y="506253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円/楕円 37">
            <a:extLst>
              <a:ext uri="{FF2B5EF4-FFF2-40B4-BE49-F238E27FC236}">
                <a16:creationId xmlns:a16="http://schemas.microsoft.com/office/drawing/2014/main" id="{EDD8DA7E-41CC-47BC-AB92-6BA6D2CE8C31}"/>
              </a:ext>
            </a:extLst>
          </p:cNvPr>
          <p:cNvSpPr>
            <a:spLocks noGrp="1"/>
          </p:cNvSpPr>
          <p:nvPr/>
        </p:nvSpPr>
        <p:spPr>
          <a:xfrm>
            <a:off x="5219700" y="506253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39" name="直線矢印コネクタ 38"/>
          <p:cNvCxnSpPr>
            <a:stCxn id="37" idx="3"/>
            <a:endCxn id="38" idx="1"/>
          </p:cNvCxnSpPr>
          <p:nvPr/>
        </p:nvCxnSpPr>
        <p:spPr>
          <a:xfrm flipV="1">
            <a:off x="2325495" y="5063933"/>
            <a:ext cx="2895600" cy="6735"/>
          </a:xfrm>
          <a:prstGeom prst="straightConnector1">
            <a:avLst/>
          </a:prstGeom>
          <a:ln w="9525">
            <a:solidFill>
              <a:srgbClr val="243449"/>
            </a:solidFill>
            <a:prstDash val="solid"/>
          </a:ln>
        </p:spPr>
      </p:cxnSp>
      <p:sp>
        <p:nvSpPr>
          <p:cNvPr id="40" name="円/楕円 39">
            <a:extLst>
              <a:ext uri="{FF2B5EF4-FFF2-40B4-BE49-F238E27FC236}">
                <a16:creationId xmlns:a16="http://schemas.microsoft.com/office/drawing/2014/main" id="{F46FF334-8FAE-43DC-BF04-7BE9B680F9C9}"/>
              </a:ext>
            </a:extLst>
          </p:cNvPr>
          <p:cNvSpPr>
            <a:spLocks noGrp="1"/>
          </p:cNvSpPr>
          <p:nvPr/>
        </p:nvSpPr>
        <p:spPr>
          <a:xfrm>
            <a:off x="9801225" y="2857500"/>
            <a:ext cx="114300" cy="11430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8E3BB6AB-B671-4044-83EC-9F9D01FE7938}"/>
              </a:ext>
            </a:extLst>
          </p:cNvPr>
          <p:cNvSpPr>
            <a:spLocks noGrp="1"/>
          </p:cNvSpPr>
          <p:nvPr/>
        </p:nvSpPr>
        <p:spPr>
          <a:xfrm>
            <a:off x="6667500" y="2724150"/>
            <a:ext cx="2952750" cy="381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defRPr sz="1650" b="1">
                <a:solidFill>
                  <a:srgbClr val="F8FAFC"/>
                </a:solidFill>
                <a:latin typeface="Hiragino Sans"/>
                <a:ea typeface="Hiragino Sans"/>
                <a:cs typeface="Hiragino Sans"/>
              </a:defRPr>
            </a:pPr>
            <a:r>
              <a:t>Head banging</a:t>
            </a:r>
          </a:p>
        </p:txBody>
      </p:sp>
      <p:sp>
        <p:nvSpPr>
          <p:cNvPr id="42" name="円/楕円 41">
            <a:extLst>
              <a:ext uri="{FF2B5EF4-FFF2-40B4-BE49-F238E27FC236}">
                <a16:creationId xmlns:a16="http://schemas.microsoft.com/office/drawing/2014/main" id="{13B2B910-D0F0-4E2B-A656-2B2368333107}"/>
              </a:ext>
            </a:extLst>
          </p:cNvPr>
          <p:cNvSpPr>
            <a:spLocks noGrp="1"/>
          </p:cNvSpPr>
          <p:nvPr/>
        </p:nvSpPr>
        <p:spPr>
          <a:xfrm>
            <a:off x="6943725" y="311943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円/楕円 42">
            <a:extLst>
              <a:ext uri="{FF2B5EF4-FFF2-40B4-BE49-F238E27FC236}">
                <a16:creationId xmlns:a16="http://schemas.microsoft.com/office/drawing/2014/main" id="{E7705711-51CD-42FD-98E7-32E4F1524E06}"/>
              </a:ext>
            </a:extLst>
          </p:cNvPr>
          <p:cNvSpPr>
            <a:spLocks noGrp="1"/>
          </p:cNvSpPr>
          <p:nvPr/>
        </p:nvSpPr>
        <p:spPr>
          <a:xfrm>
            <a:off x="9858375" y="311943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44" name="直線矢印コネクタ 43"/>
          <p:cNvCxnSpPr>
            <a:stCxn id="42" idx="3"/>
            <a:endCxn id="43" idx="1"/>
          </p:cNvCxnSpPr>
          <p:nvPr/>
        </p:nvCxnSpPr>
        <p:spPr>
          <a:xfrm flipV="1">
            <a:off x="6945120" y="3120833"/>
            <a:ext cx="2914650" cy="6735"/>
          </a:xfrm>
          <a:prstGeom prst="straightConnector1">
            <a:avLst/>
          </a:prstGeom>
          <a:ln w="9525">
            <a:solidFill>
              <a:srgbClr val="243449"/>
            </a:solidFill>
            <a:prstDash val="solid"/>
          </a:ln>
        </p:spPr>
      </p:cxnSp>
      <p:sp>
        <p:nvSpPr>
          <p:cNvPr id="45" name="円/楕円 44">
            <a:extLst>
              <a:ext uri="{FF2B5EF4-FFF2-40B4-BE49-F238E27FC236}">
                <a16:creationId xmlns:a16="http://schemas.microsoft.com/office/drawing/2014/main" id="{787BF045-B105-44DF-999D-C720900582C9}"/>
              </a:ext>
            </a:extLst>
          </p:cNvPr>
          <p:cNvSpPr>
            <a:spLocks noGrp="1"/>
          </p:cNvSpPr>
          <p:nvPr/>
        </p:nvSpPr>
        <p:spPr>
          <a:xfrm>
            <a:off x="9801225" y="3505200"/>
            <a:ext cx="114300" cy="11430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3E86BE4C-874F-4002-AD42-0C6508F70890}"/>
              </a:ext>
            </a:extLst>
          </p:cNvPr>
          <p:cNvSpPr>
            <a:spLocks noGrp="1"/>
          </p:cNvSpPr>
          <p:nvPr/>
        </p:nvSpPr>
        <p:spPr>
          <a:xfrm>
            <a:off x="6667500" y="3371850"/>
            <a:ext cx="2952750" cy="381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defRPr sz="1650" b="0">
                <a:solidFill>
                  <a:srgbClr val="F8FAFC"/>
                </a:solidFill>
                <a:latin typeface="Hiragino Sans"/>
                <a:ea typeface="Hiragino Sans"/>
                <a:cs typeface="Hiragino Sans"/>
              </a:defRPr>
            </a:pPr>
            <a:r>
              <a:t>Throwing things</a:t>
            </a:r>
          </a:p>
        </p:txBody>
      </p:sp>
      <p:sp>
        <p:nvSpPr>
          <p:cNvPr id="47" name="円/楕円 46">
            <a:extLst>
              <a:ext uri="{FF2B5EF4-FFF2-40B4-BE49-F238E27FC236}">
                <a16:creationId xmlns:a16="http://schemas.microsoft.com/office/drawing/2014/main" id="{46D581B2-1471-41D9-A593-A0EF904A3EEB}"/>
              </a:ext>
            </a:extLst>
          </p:cNvPr>
          <p:cNvSpPr>
            <a:spLocks noGrp="1"/>
          </p:cNvSpPr>
          <p:nvPr/>
        </p:nvSpPr>
        <p:spPr>
          <a:xfrm>
            <a:off x="6943725" y="376713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円/楕円 47">
            <a:extLst>
              <a:ext uri="{FF2B5EF4-FFF2-40B4-BE49-F238E27FC236}">
                <a16:creationId xmlns:a16="http://schemas.microsoft.com/office/drawing/2014/main" id="{3AB26F35-BCD9-4DE0-9976-D46532E780C4}"/>
              </a:ext>
            </a:extLst>
          </p:cNvPr>
          <p:cNvSpPr>
            <a:spLocks noGrp="1"/>
          </p:cNvSpPr>
          <p:nvPr/>
        </p:nvSpPr>
        <p:spPr>
          <a:xfrm>
            <a:off x="9858375" y="376713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49" name="直線矢印コネクタ 48"/>
          <p:cNvCxnSpPr>
            <a:stCxn id="47" idx="3"/>
            <a:endCxn id="48" idx="1"/>
          </p:cNvCxnSpPr>
          <p:nvPr/>
        </p:nvCxnSpPr>
        <p:spPr>
          <a:xfrm flipV="1">
            <a:off x="6945120" y="3768533"/>
            <a:ext cx="2914650" cy="6735"/>
          </a:xfrm>
          <a:prstGeom prst="straightConnector1">
            <a:avLst/>
          </a:prstGeom>
          <a:ln w="9525">
            <a:solidFill>
              <a:srgbClr val="243449"/>
            </a:solidFill>
            <a:prstDash val="solid"/>
          </a:ln>
        </p:spPr>
      </p:cxnSp>
      <p:sp>
        <p:nvSpPr>
          <p:cNvPr id="50" name="円/楕円 49">
            <a:extLst>
              <a:ext uri="{FF2B5EF4-FFF2-40B4-BE49-F238E27FC236}">
                <a16:creationId xmlns:a16="http://schemas.microsoft.com/office/drawing/2014/main" id="{3C170802-1E7B-402A-8A64-2D57AE9FEED0}"/>
              </a:ext>
            </a:extLst>
          </p:cNvPr>
          <p:cNvSpPr>
            <a:spLocks noGrp="1"/>
          </p:cNvSpPr>
          <p:nvPr/>
        </p:nvSpPr>
        <p:spPr>
          <a:xfrm>
            <a:off x="9801225" y="4152900"/>
            <a:ext cx="114300" cy="11430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90A1C486-D0A6-4EF1-9687-E7B0740A441C}"/>
              </a:ext>
            </a:extLst>
          </p:cNvPr>
          <p:cNvSpPr>
            <a:spLocks noGrp="1"/>
          </p:cNvSpPr>
          <p:nvPr/>
        </p:nvSpPr>
        <p:spPr>
          <a:xfrm>
            <a:off x="6667500" y="4019550"/>
            <a:ext cx="2952750" cy="381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defRPr sz="1650" b="0">
                <a:solidFill>
                  <a:srgbClr val="F8FAFC"/>
                </a:solidFill>
                <a:latin typeface="Hiragino Sans"/>
                <a:ea typeface="Hiragino Sans"/>
                <a:cs typeface="Hiragino Sans"/>
              </a:defRPr>
            </a:pPr>
            <a:r>
              <a:t>Attacking</a:t>
            </a:r>
          </a:p>
        </p:txBody>
      </p:sp>
      <p:sp>
        <p:nvSpPr>
          <p:cNvPr id="52" name="円/楕円 51">
            <a:extLst>
              <a:ext uri="{FF2B5EF4-FFF2-40B4-BE49-F238E27FC236}">
                <a16:creationId xmlns:a16="http://schemas.microsoft.com/office/drawing/2014/main" id="{CEDAEDAC-DE55-4B0B-AD8F-EF9484E51CE0}"/>
              </a:ext>
            </a:extLst>
          </p:cNvPr>
          <p:cNvSpPr>
            <a:spLocks noGrp="1"/>
          </p:cNvSpPr>
          <p:nvPr/>
        </p:nvSpPr>
        <p:spPr>
          <a:xfrm>
            <a:off x="6943725" y="441483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" name="円/楕円 52">
            <a:extLst>
              <a:ext uri="{FF2B5EF4-FFF2-40B4-BE49-F238E27FC236}">
                <a16:creationId xmlns:a16="http://schemas.microsoft.com/office/drawing/2014/main" id="{6C35720D-0CA1-4930-A49A-8A3F45CCC43E}"/>
              </a:ext>
            </a:extLst>
          </p:cNvPr>
          <p:cNvSpPr>
            <a:spLocks noGrp="1"/>
          </p:cNvSpPr>
          <p:nvPr/>
        </p:nvSpPr>
        <p:spPr>
          <a:xfrm>
            <a:off x="9858375" y="441483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54" name="直線矢印コネクタ 53"/>
          <p:cNvCxnSpPr>
            <a:stCxn id="52" idx="3"/>
            <a:endCxn id="53" idx="1"/>
          </p:cNvCxnSpPr>
          <p:nvPr/>
        </p:nvCxnSpPr>
        <p:spPr>
          <a:xfrm flipV="1">
            <a:off x="6945120" y="4416233"/>
            <a:ext cx="2914650" cy="6735"/>
          </a:xfrm>
          <a:prstGeom prst="straightConnector1">
            <a:avLst/>
          </a:prstGeom>
          <a:ln w="9525">
            <a:solidFill>
              <a:srgbClr val="243449"/>
            </a:solidFill>
            <a:prstDash val="solid"/>
          </a:ln>
        </p:spPr>
      </p:cxnSp>
      <p:sp>
        <p:nvSpPr>
          <p:cNvPr id="55" name="円/楕円 54">
            <a:extLst>
              <a:ext uri="{FF2B5EF4-FFF2-40B4-BE49-F238E27FC236}">
                <a16:creationId xmlns:a16="http://schemas.microsoft.com/office/drawing/2014/main" id="{DAFEEA5E-D996-4FE0-B323-C3719EFF724F}"/>
              </a:ext>
            </a:extLst>
          </p:cNvPr>
          <p:cNvSpPr>
            <a:spLocks noGrp="1"/>
          </p:cNvSpPr>
          <p:nvPr/>
        </p:nvSpPr>
        <p:spPr>
          <a:xfrm>
            <a:off x="9801225" y="4800600"/>
            <a:ext cx="114300" cy="11430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229673AE-917A-4A1D-AA76-63BCC1F1E193}"/>
              </a:ext>
            </a:extLst>
          </p:cNvPr>
          <p:cNvSpPr>
            <a:spLocks noGrp="1"/>
          </p:cNvSpPr>
          <p:nvPr/>
        </p:nvSpPr>
        <p:spPr>
          <a:xfrm>
            <a:off x="6667500" y="4667250"/>
            <a:ext cx="2952750" cy="381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defRPr sz="1650" b="0">
                <a:solidFill>
                  <a:srgbClr val="F8FAFC"/>
                </a:solidFill>
                <a:latin typeface="Hiragino Sans"/>
                <a:ea typeface="Hiragino Sans"/>
                <a:cs typeface="Hiragino Sans"/>
              </a:defRPr>
            </a:pPr>
            <a:r>
              <a:t>Biting nails</a:t>
            </a:r>
          </a:p>
        </p:txBody>
      </p:sp>
      <p:sp>
        <p:nvSpPr>
          <p:cNvPr id="57" name="円/楕円 56">
            <a:extLst>
              <a:ext uri="{FF2B5EF4-FFF2-40B4-BE49-F238E27FC236}">
                <a16:creationId xmlns:a16="http://schemas.microsoft.com/office/drawing/2014/main" id="{A1B04BE4-4D5A-413F-A588-FDF07BD7C6E2}"/>
              </a:ext>
            </a:extLst>
          </p:cNvPr>
          <p:cNvSpPr>
            <a:spLocks noGrp="1"/>
          </p:cNvSpPr>
          <p:nvPr/>
        </p:nvSpPr>
        <p:spPr>
          <a:xfrm>
            <a:off x="6943725" y="506253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8" name="円/楕円 57">
            <a:extLst>
              <a:ext uri="{FF2B5EF4-FFF2-40B4-BE49-F238E27FC236}">
                <a16:creationId xmlns:a16="http://schemas.microsoft.com/office/drawing/2014/main" id="{766EF9AC-1C43-4FD2-9DFA-ACDD0B3903A8}"/>
              </a:ext>
            </a:extLst>
          </p:cNvPr>
          <p:cNvSpPr>
            <a:spLocks noGrp="1"/>
          </p:cNvSpPr>
          <p:nvPr/>
        </p:nvSpPr>
        <p:spPr>
          <a:xfrm>
            <a:off x="9858375" y="506253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59" name="直線矢印コネクタ 58"/>
          <p:cNvCxnSpPr>
            <a:stCxn id="57" idx="3"/>
            <a:endCxn id="58" idx="1"/>
          </p:cNvCxnSpPr>
          <p:nvPr/>
        </p:nvCxnSpPr>
        <p:spPr>
          <a:xfrm flipV="1">
            <a:off x="6945120" y="5063933"/>
            <a:ext cx="2914650" cy="6735"/>
          </a:xfrm>
          <a:prstGeom prst="straightConnector1">
            <a:avLst/>
          </a:prstGeom>
          <a:ln w="9525">
            <a:solidFill>
              <a:srgbClr val="243449"/>
            </a:solidFill>
            <a:prstDash val="solid"/>
          </a:ln>
        </p:spPr>
      </p:cxnSp>
      <p:sp>
        <p:nvSpPr>
          <p:cNvPr id="60" name="角丸四角形 59">
            <a:extLst>
              <a:ext uri="{FF2B5EF4-FFF2-40B4-BE49-F238E27FC236}">
                <a16:creationId xmlns:a16="http://schemas.microsoft.com/office/drawing/2014/main" id="{F3484F1A-0A0B-4A01-B567-ABF284AA1C90}"/>
              </a:ext>
            </a:extLst>
          </p:cNvPr>
          <p:cNvSpPr>
            <a:spLocks noGrp="1"/>
          </p:cNvSpPr>
          <p:nvPr/>
        </p:nvSpPr>
        <p:spPr>
          <a:xfrm>
            <a:off x="1828800" y="5619750"/>
            <a:ext cx="8534400" cy="495300"/>
          </a:xfrm>
          <a:prstGeom prst="roundRect">
            <a:avLst>
              <a:gd name="adj" fmla="val 23077"/>
            </a:avLst>
          </a:prstGeom>
          <a:solidFill>
            <a:srgbClr val="111C2E"/>
          </a:solidFill>
          <a:ln w="9525">
            <a:solidFill>
              <a:srgbClr val="24344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912235BE-3E7C-4C56-BE4C-8B443ED86FEF}"/>
              </a:ext>
            </a:extLst>
          </p:cNvPr>
          <p:cNvSpPr>
            <a:spLocks noGrp="1"/>
          </p:cNvSpPr>
          <p:nvPr/>
        </p:nvSpPr>
        <p:spPr>
          <a:xfrm>
            <a:off x="2038350" y="5762625"/>
            <a:ext cx="1009650" cy="209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FBBF24"/>
                </a:solidFill>
                <a:latin typeface="Hiragino Sans"/>
                <a:ea typeface="Hiragino Sans"/>
                <a:cs typeface="Hiragino Sans"/>
              </a:defRPr>
            </a:pPr>
            <a:r>
              <a:t>ラベル統一</a:t>
            </a:r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10440D3F-05B2-4500-A49B-B1745CE8FD28}"/>
              </a:ext>
            </a:extLst>
          </p:cNvPr>
          <p:cNvSpPr>
            <a:spLocks noGrp="1"/>
          </p:cNvSpPr>
          <p:nvPr/>
        </p:nvSpPr>
        <p:spPr>
          <a:xfrm>
            <a:off x="3314700" y="5743575"/>
            <a:ext cx="2476500" cy="2476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F8FAFC"/>
                </a:solidFill>
                <a:latin typeface="Hiragino Sans"/>
                <a:ea typeface="Hiragino Sans"/>
                <a:cs typeface="Hiragino Sans"/>
              </a:defRPr>
            </a:pPr>
            <a:r>
              <a:t>Biting → Biting nails</a:t>
            </a:r>
          </a:p>
        </p:txBody>
      </p:sp>
      <p:sp>
        <p:nvSpPr>
          <p:cNvPr id="63" name="円/楕円 62">
            <a:extLst>
              <a:ext uri="{FF2B5EF4-FFF2-40B4-BE49-F238E27FC236}">
                <a16:creationId xmlns:a16="http://schemas.microsoft.com/office/drawing/2014/main" id="{76E8B154-BEA6-4370-8B58-DD2C9C304F5F}"/>
              </a:ext>
            </a:extLst>
          </p:cNvPr>
          <p:cNvSpPr>
            <a:spLocks noGrp="1"/>
          </p:cNvSpPr>
          <p:nvPr/>
        </p:nvSpPr>
        <p:spPr>
          <a:xfrm>
            <a:off x="5934075" y="5700713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4" name="円/楕円 63">
            <a:extLst>
              <a:ext uri="{FF2B5EF4-FFF2-40B4-BE49-F238E27FC236}">
                <a16:creationId xmlns:a16="http://schemas.microsoft.com/office/drawing/2014/main" id="{BC641CDE-5745-4C29-831E-2A1A79173322}"/>
              </a:ext>
            </a:extLst>
          </p:cNvPr>
          <p:cNvSpPr>
            <a:spLocks noGrp="1"/>
          </p:cNvSpPr>
          <p:nvPr/>
        </p:nvSpPr>
        <p:spPr>
          <a:xfrm>
            <a:off x="5943600" y="60340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65" name="直線矢印コネクタ 64"/>
          <p:cNvCxnSpPr>
            <a:stCxn id="63" idx="3"/>
            <a:endCxn id="64" idx="1"/>
          </p:cNvCxnSpPr>
          <p:nvPr/>
        </p:nvCxnSpPr>
        <p:spPr>
          <a:xfrm>
            <a:off x="5935470" y="5708843"/>
            <a:ext cx="9525" cy="326640"/>
          </a:xfrm>
          <a:prstGeom prst="straightConnector1">
            <a:avLst/>
          </a:prstGeom>
          <a:ln w="9525">
            <a:solidFill>
              <a:srgbClr val="243449"/>
            </a:solidFill>
            <a:prstDash val="solid"/>
          </a:ln>
        </p:spPr>
      </p:cxn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A74568AC-6E59-4687-B2BC-3670E3687EFB}"/>
              </a:ext>
            </a:extLst>
          </p:cNvPr>
          <p:cNvSpPr>
            <a:spLocks noGrp="1"/>
          </p:cNvSpPr>
          <p:nvPr/>
        </p:nvSpPr>
        <p:spPr>
          <a:xfrm>
            <a:off x="6191250" y="5743575"/>
            <a:ext cx="3143250" cy="2476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F8FAFC"/>
                </a:solidFill>
                <a:latin typeface="Hiragino Sans"/>
                <a:ea typeface="Hiragino Sans"/>
                <a:cs typeface="Hiragino Sans"/>
              </a:defRPr>
            </a:pPr>
            <a:r>
              <a:t>Throwing → Throwing things</a:t>
            </a:r>
          </a:p>
        </p:txBody>
      </p:sp>
    </p:spTree>
    <p:extLst>
      <p:ext uri="{BB962C8B-B14F-4D97-AF65-F5344CB8AC3E}">
        <p14:creationId xmlns:p14="http://schemas.microsoft.com/office/powerpoint/2010/main" val="44519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kicker-marker">
            <a:extLst>
              <a:ext uri="{FF2B5EF4-FFF2-40B4-BE49-F238E27FC236}">
                <a16:creationId xmlns:a16="http://schemas.microsoft.com/office/drawing/2014/main" id="{C401860C-6AAB-42CD-A506-C8298BAF98BA}"/>
              </a:ext>
            </a:extLst>
          </p:cNvPr>
          <p:cNvSpPr>
            <a:spLocks noGrp="1"/>
          </p:cNvSpPr>
          <p:nvPr/>
        </p:nvSpPr>
        <p:spPr>
          <a:xfrm>
            <a:off x="581025" y="466725"/>
            <a:ext cx="95250" cy="95250"/>
          </a:xfrm>
          <a:prstGeom prst="ellipse">
            <a:avLst/>
          </a:prstGeom>
          <a:solidFill>
            <a:srgbClr val="38BDF8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D9882D1F-D0D2-4D54-AF24-35591E11B14F}"/>
              </a:ext>
            </a:extLst>
          </p:cNvPr>
          <p:cNvSpPr>
            <a:spLocks noGrp="1"/>
          </p:cNvSpPr>
          <p:nvPr/>
        </p:nvSpPr>
        <p:spPr>
          <a:xfrm>
            <a:off x="781050" y="409575"/>
            <a:ext cx="3429000" cy="2095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050" b="1">
                <a:solidFill>
                  <a:srgbClr val="38BDF8"/>
                </a:solidFill>
                <a:latin typeface="Hiragino Sans"/>
                <a:ea typeface="Hiragino Sans"/>
                <a:cs typeface="Hiragino Sans"/>
              </a:defRPr>
            </a:pPr>
            <a:r>
              <a:t>PREPROCESSING</a:t>
            </a:r>
          </a:p>
        </p:txBody>
      </p:sp>
      <p:sp>
        <p:nvSpPr>
          <p:cNvPr id="3" name="title-4">
            <a:extLst>
              <a:ext uri="{FF2B5EF4-FFF2-40B4-BE49-F238E27FC236}">
                <a16:creationId xmlns:a16="http://schemas.microsoft.com/office/drawing/2014/main" id="{0ACE0476-EA96-4194-8C07-E6FD0C9DD622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11049000" cy="609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3150" b="1">
                <a:solidFill>
                  <a:srgbClr val="F8FAFC"/>
                </a:solidFill>
                <a:latin typeface="Hiragino Sans"/>
                <a:ea typeface="Hiragino Sans"/>
                <a:cs typeface="Hiragino Sans"/>
              </a:defRPr>
            </a:pPr>
            <a:r>
              <a:t>位置・大きさ・個人差を段階的に除去する</a:t>
            </a:r>
          </a:p>
        </p:txBody>
      </p:sp>
      <p:sp>
        <p:nvSpPr>
          <p:cNvPr id="4" name="subtitle-4">
            <a:extLst>
              <a:ext uri="{FF2B5EF4-FFF2-40B4-BE49-F238E27FC236}">
                <a16:creationId xmlns:a16="http://schemas.microsoft.com/office/drawing/2014/main" id="{D123628D-6BCC-47F6-9BDA-711FF00F7F77}"/>
              </a:ext>
            </a:extLst>
          </p:cNvPr>
          <p:cNvSpPr>
            <a:spLocks noGrp="1"/>
          </p:cNvSpPr>
          <p:nvPr/>
        </p:nvSpPr>
        <p:spPr>
          <a:xfrm>
            <a:off x="571500" y="1409700"/>
            <a:ext cx="10287000" cy="4000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94A3B8"/>
                </a:solidFill>
                <a:latin typeface="Hiragino Sans"/>
                <a:ea typeface="Hiragino Sans"/>
                <a:cs typeface="Hiragino Sans"/>
              </a:defRPr>
            </a:pPr>
            <a:r>
              <a:t>ラベルを使わない正規化により、未知被験者にも同じ処理を適用できる</a:t>
            </a:r>
          </a:p>
        </p:txBody>
      </p:sp>
      <p:sp>
        <p:nvSpPr>
          <p:cNvPr id="5" name="footer-rule-4:from-anchor">
            <a:extLst>
              <a:ext uri="{FF2B5EF4-FFF2-40B4-BE49-F238E27FC236}">
                <a16:creationId xmlns:a16="http://schemas.microsoft.com/office/drawing/2014/main" id="{E43D211D-1320-4688-B8D3-EB40C5E7FFB2}"/>
              </a:ext>
            </a:extLst>
          </p:cNvPr>
          <p:cNvSpPr>
            <a:spLocks noGrp="1"/>
          </p:cNvSpPr>
          <p:nvPr/>
        </p:nvSpPr>
        <p:spPr>
          <a:xfrm>
            <a:off x="542925" y="6481763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footer-rule-4:to-anchor">
            <a:extLst>
              <a:ext uri="{FF2B5EF4-FFF2-40B4-BE49-F238E27FC236}">
                <a16:creationId xmlns:a16="http://schemas.microsoft.com/office/drawing/2014/main" id="{BA01EAD5-8D30-4AF1-BB54-1E76D4757D3E}"/>
              </a:ext>
            </a:extLst>
          </p:cNvPr>
          <p:cNvSpPr>
            <a:spLocks noGrp="1"/>
          </p:cNvSpPr>
          <p:nvPr/>
        </p:nvSpPr>
        <p:spPr>
          <a:xfrm>
            <a:off x="11639550" y="6481763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7" name="footer-rule-4"/>
          <p:cNvCxnSpPr>
            <a:stCxn id="5" idx="3"/>
            <a:endCxn id="6" idx="1"/>
          </p:cNvCxnSpPr>
          <p:nvPr/>
        </p:nvCxnSpPr>
        <p:spPr>
          <a:xfrm flipV="1">
            <a:off x="544320" y="6483158"/>
            <a:ext cx="11096625" cy="6735"/>
          </a:xfrm>
          <a:prstGeom prst="straightConnector1">
            <a:avLst/>
          </a:prstGeom>
          <a:ln w="9525">
            <a:solidFill>
              <a:srgbClr val="243449"/>
            </a:solidFill>
            <a:prstDash val="solid"/>
          </a:ln>
        </p:spPr>
      </p:cxnSp>
      <p:sp>
        <p:nvSpPr>
          <p:cNvPr id="8" name="footer-source-4">
            <a:extLst>
              <a:ext uri="{FF2B5EF4-FFF2-40B4-BE49-F238E27FC236}">
                <a16:creationId xmlns:a16="http://schemas.microsoft.com/office/drawing/2014/main" id="{517B983F-3C25-4BC9-9592-3137F5086A00}"/>
              </a:ext>
            </a:extLst>
          </p:cNvPr>
          <p:cNvSpPr>
            <a:spLocks noGrp="1"/>
          </p:cNvSpPr>
          <p:nvPr/>
        </p:nvSpPr>
        <p:spPr>
          <a:xfrm>
            <a:off x="571500" y="6553200"/>
            <a:ext cx="7620000" cy="1714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defRPr>
            </a:pPr>
            <a:r>
              <a:t>Source: SPECIFICATION.md / LOSO metrics</a:t>
            </a:r>
          </a:p>
        </p:txBody>
      </p:sp>
      <p:sp>
        <p:nvSpPr>
          <p:cNvPr id="9" name="footer-page-4">
            <a:extLst>
              <a:ext uri="{FF2B5EF4-FFF2-40B4-BE49-F238E27FC236}">
                <a16:creationId xmlns:a16="http://schemas.microsoft.com/office/drawing/2014/main" id="{D01794A2-AC0F-4FD9-BA43-66DE174B3075}"/>
              </a:ext>
            </a:extLst>
          </p:cNvPr>
          <p:cNvSpPr>
            <a:spLocks noGrp="1"/>
          </p:cNvSpPr>
          <p:nvPr/>
        </p:nvSpPr>
        <p:spPr>
          <a:xfrm>
            <a:off x="11049000" y="6524625"/>
            <a:ext cx="571500" cy="209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Hiragino Sans"/>
                <a:ea typeface="Hiragino Sans"/>
                <a:cs typeface="Hiragino Sans"/>
              </a:defRPr>
            </a:pPr>
            <a:r>
              <a:t>04</a:t>
            </a:r>
          </a:p>
        </p:txBody>
      </p:sp>
      <p:sp>
        <p:nvSpPr>
          <p:cNvPr id="10" name="円/楕円 9">
            <a:extLst>
              <a:ext uri="{FF2B5EF4-FFF2-40B4-BE49-F238E27FC236}">
                <a16:creationId xmlns:a16="http://schemas.microsoft.com/office/drawing/2014/main" id="{C703C9A2-24E1-48F1-A421-6D7930E19DD4}"/>
              </a:ext>
            </a:extLst>
          </p:cNvPr>
          <p:cNvSpPr>
            <a:spLocks noGrp="1"/>
          </p:cNvSpPr>
          <p:nvPr/>
        </p:nvSpPr>
        <p:spPr>
          <a:xfrm>
            <a:off x="1562100" y="35575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円/楕円 10">
            <a:extLst>
              <a:ext uri="{FF2B5EF4-FFF2-40B4-BE49-F238E27FC236}">
                <a16:creationId xmlns:a16="http://schemas.microsoft.com/office/drawing/2014/main" id="{D3F870AB-8C49-4A0C-ACA1-9EEEB19D9246}"/>
              </a:ext>
            </a:extLst>
          </p:cNvPr>
          <p:cNvSpPr>
            <a:spLocks noGrp="1"/>
          </p:cNvSpPr>
          <p:nvPr/>
        </p:nvSpPr>
        <p:spPr>
          <a:xfrm>
            <a:off x="10572750" y="35575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12" name="直線矢印コネクタ 11"/>
          <p:cNvCxnSpPr>
            <a:stCxn id="10" idx="3"/>
            <a:endCxn id="11" idx="1"/>
          </p:cNvCxnSpPr>
          <p:nvPr/>
        </p:nvCxnSpPr>
        <p:spPr>
          <a:xfrm flipV="1">
            <a:off x="1563495" y="3558983"/>
            <a:ext cx="9010650" cy="6735"/>
          </a:xfrm>
          <a:prstGeom prst="straightConnector1">
            <a:avLst/>
          </a:prstGeom>
          <a:ln w="28575">
            <a:solidFill>
              <a:srgbClr val="243449"/>
            </a:solidFill>
            <a:prstDash val="solid"/>
          </a:ln>
        </p:spPr>
      </p:cxnSp>
      <p:sp>
        <p:nvSpPr>
          <p:cNvPr id="13" name="raw-pose-head">
            <a:extLst>
              <a:ext uri="{FF2B5EF4-FFF2-40B4-BE49-F238E27FC236}">
                <a16:creationId xmlns:a16="http://schemas.microsoft.com/office/drawing/2014/main" id="{AEA0A4BD-C3E2-41A1-9A9F-E62B9805C1E7}"/>
              </a:ext>
            </a:extLst>
          </p:cNvPr>
          <p:cNvSpPr>
            <a:spLocks noGrp="1"/>
          </p:cNvSpPr>
          <p:nvPr/>
        </p:nvSpPr>
        <p:spPr>
          <a:xfrm>
            <a:off x="1513237" y="2742438"/>
            <a:ext cx="212027" cy="212027"/>
          </a:xfrm>
          <a:prstGeom prst="ellipse">
            <a:avLst/>
          </a:prstGeom>
          <a:solidFill>
            <a:srgbClr val="111C2E"/>
          </a:solidFill>
          <a:ln w="2857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raw-pose-bone-0:from-anchor">
            <a:extLst>
              <a:ext uri="{FF2B5EF4-FFF2-40B4-BE49-F238E27FC236}">
                <a16:creationId xmlns:a16="http://schemas.microsoft.com/office/drawing/2014/main" id="{42A2CAE0-6D80-477D-AB32-36F8F565D253}"/>
              </a:ext>
            </a:extLst>
          </p:cNvPr>
          <p:cNvSpPr>
            <a:spLocks noGrp="1"/>
          </p:cNvSpPr>
          <p:nvPr/>
        </p:nvSpPr>
        <p:spPr>
          <a:xfrm>
            <a:off x="1619250" y="3030474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raw-pose-bone-0:to-anchor">
            <a:extLst>
              <a:ext uri="{FF2B5EF4-FFF2-40B4-BE49-F238E27FC236}">
                <a16:creationId xmlns:a16="http://schemas.microsoft.com/office/drawing/2014/main" id="{09AA84FF-89FC-4A02-B971-401BF62A2C81}"/>
              </a:ext>
            </a:extLst>
          </p:cNvPr>
          <p:cNvSpPr>
            <a:spLocks noGrp="1"/>
          </p:cNvSpPr>
          <p:nvPr/>
        </p:nvSpPr>
        <p:spPr>
          <a:xfrm>
            <a:off x="1397699" y="3121343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16" name="raw-pose-bone-0"/>
          <p:cNvCxnSpPr>
            <a:stCxn id="14" idx="1"/>
            <a:endCxn id="15" idx="3"/>
          </p:cNvCxnSpPr>
          <p:nvPr/>
        </p:nvCxnSpPr>
        <p:spPr>
          <a:xfrm flipH="1">
            <a:off x="1399094" y="3031869"/>
            <a:ext cx="221551" cy="97604"/>
          </a:xfrm>
          <a:prstGeom prst="straightConnector1">
            <a:avLst/>
          </a:prstGeom>
          <a:ln w="25241">
            <a:solidFill>
              <a:srgbClr val="94A3B8"/>
            </a:solidFill>
            <a:prstDash val="solid"/>
          </a:ln>
        </p:spPr>
      </p:cxnSp>
      <p:sp>
        <p:nvSpPr>
          <p:cNvPr id="17" name="raw-pose-bone-1:from-anchor">
            <a:extLst>
              <a:ext uri="{FF2B5EF4-FFF2-40B4-BE49-F238E27FC236}">
                <a16:creationId xmlns:a16="http://schemas.microsoft.com/office/drawing/2014/main" id="{1030BFA2-D160-4039-9D07-5A6CB0BC8E42}"/>
              </a:ext>
            </a:extLst>
          </p:cNvPr>
          <p:cNvSpPr>
            <a:spLocks noGrp="1"/>
          </p:cNvSpPr>
          <p:nvPr/>
        </p:nvSpPr>
        <p:spPr>
          <a:xfrm>
            <a:off x="1609725" y="3030474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raw-pose-bone-1:to-anchor">
            <a:extLst>
              <a:ext uri="{FF2B5EF4-FFF2-40B4-BE49-F238E27FC236}">
                <a16:creationId xmlns:a16="http://schemas.microsoft.com/office/drawing/2014/main" id="{2C386704-9361-4ECC-AE3D-A7FD4DA18DB5}"/>
              </a:ext>
            </a:extLst>
          </p:cNvPr>
          <p:cNvSpPr>
            <a:spLocks noGrp="1"/>
          </p:cNvSpPr>
          <p:nvPr/>
        </p:nvSpPr>
        <p:spPr>
          <a:xfrm>
            <a:off x="1831277" y="3121343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19" name="raw-pose-bone-1"/>
          <p:cNvCxnSpPr>
            <a:stCxn id="17" idx="3"/>
            <a:endCxn id="18" idx="1"/>
          </p:cNvCxnSpPr>
          <p:nvPr/>
        </p:nvCxnSpPr>
        <p:spPr>
          <a:xfrm>
            <a:off x="1611120" y="3038604"/>
            <a:ext cx="221552" cy="84134"/>
          </a:xfrm>
          <a:prstGeom prst="straightConnector1">
            <a:avLst/>
          </a:prstGeom>
          <a:ln w="25241">
            <a:solidFill>
              <a:srgbClr val="94A3B8"/>
            </a:solidFill>
            <a:prstDash val="solid"/>
          </a:ln>
        </p:spPr>
      </p:cxnSp>
      <p:sp>
        <p:nvSpPr>
          <p:cNvPr id="20" name="raw-pose-bone-2:from-anchor">
            <a:extLst>
              <a:ext uri="{FF2B5EF4-FFF2-40B4-BE49-F238E27FC236}">
                <a16:creationId xmlns:a16="http://schemas.microsoft.com/office/drawing/2014/main" id="{6D44C8D5-A55F-4D62-AE46-60BFB8171CD8}"/>
              </a:ext>
            </a:extLst>
          </p:cNvPr>
          <p:cNvSpPr>
            <a:spLocks noGrp="1"/>
          </p:cNvSpPr>
          <p:nvPr/>
        </p:nvSpPr>
        <p:spPr>
          <a:xfrm>
            <a:off x="1407224" y="3121343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raw-pose-bone-2:to-anchor">
            <a:extLst>
              <a:ext uri="{FF2B5EF4-FFF2-40B4-BE49-F238E27FC236}">
                <a16:creationId xmlns:a16="http://schemas.microsoft.com/office/drawing/2014/main" id="{47E65234-5673-4B14-8588-AECF90A34E1D}"/>
              </a:ext>
            </a:extLst>
          </p:cNvPr>
          <p:cNvSpPr>
            <a:spLocks noGrp="1"/>
          </p:cNvSpPr>
          <p:nvPr/>
        </p:nvSpPr>
        <p:spPr>
          <a:xfrm>
            <a:off x="1266444" y="3398996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22" name="raw-pose-bone-2"/>
          <p:cNvCxnSpPr>
            <a:stCxn id="20" idx="1"/>
            <a:endCxn id="21" idx="3"/>
          </p:cNvCxnSpPr>
          <p:nvPr/>
        </p:nvCxnSpPr>
        <p:spPr>
          <a:xfrm flipH="1">
            <a:off x="1267839" y="3122738"/>
            <a:ext cx="140780" cy="284388"/>
          </a:xfrm>
          <a:prstGeom prst="straightConnector1">
            <a:avLst/>
          </a:prstGeom>
          <a:ln w="25241">
            <a:solidFill>
              <a:srgbClr val="94A3B8"/>
            </a:solidFill>
            <a:prstDash val="solid"/>
          </a:ln>
        </p:spPr>
      </p:cxnSp>
      <p:sp>
        <p:nvSpPr>
          <p:cNvPr id="23" name="raw-pose-bone-3:from-anchor">
            <a:extLst>
              <a:ext uri="{FF2B5EF4-FFF2-40B4-BE49-F238E27FC236}">
                <a16:creationId xmlns:a16="http://schemas.microsoft.com/office/drawing/2014/main" id="{55A10A1E-9E41-4239-9C43-20D3B63598DD}"/>
              </a:ext>
            </a:extLst>
          </p:cNvPr>
          <p:cNvSpPr>
            <a:spLocks noGrp="1"/>
          </p:cNvSpPr>
          <p:nvPr/>
        </p:nvSpPr>
        <p:spPr>
          <a:xfrm>
            <a:off x="1266444" y="3398996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raw-pose-bone-3:to-anchor">
            <a:extLst>
              <a:ext uri="{FF2B5EF4-FFF2-40B4-BE49-F238E27FC236}">
                <a16:creationId xmlns:a16="http://schemas.microsoft.com/office/drawing/2014/main" id="{503633E5-6012-46A5-A62C-FA66BBC7B319}"/>
              </a:ext>
            </a:extLst>
          </p:cNvPr>
          <p:cNvSpPr>
            <a:spLocks noGrp="1"/>
          </p:cNvSpPr>
          <p:nvPr/>
        </p:nvSpPr>
        <p:spPr>
          <a:xfrm>
            <a:off x="1402175" y="3636264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25" name="raw-pose-bone-3"/>
          <p:cNvCxnSpPr>
            <a:stCxn id="23" idx="3"/>
            <a:endCxn id="24" idx="1"/>
          </p:cNvCxnSpPr>
          <p:nvPr/>
        </p:nvCxnSpPr>
        <p:spPr>
          <a:xfrm>
            <a:off x="1267839" y="3407126"/>
            <a:ext cx="135731" cy="230533"/>
          </a:xfrm>
          <a:prstGeom prst="straightConnector1">
            <a:avLst/>
          </a:prstGeom>
          <a:ln w="25241">
            <a:solidFill>
              <a:srgbClr val="94A3B8"/>
            </a:solidFill>
            <a:prstDash val="solid"/>
          </a:ln>
        </p:spPr>
      </p:cxnSp>
      <p:sp>
        <p:nvSpPr>
          <p:cNvPr id="26" name="raw-pose-bone-4:from-anchor">
            <a:extLst>
              <a:ext uri="{FF2B5EF4-FFF2-40B4-BE49-F238E27FC236}">
                <a16:creationId xmlns:a16="http://schemas.microsoft.com/office/drawing/2014/main" id="{632E3D5C-A5C5-4FF0-BCB3-AE3AFD52D008}"/>
              </a:ext>
            </a:extLst>
          </p:cNvPr>
          <p:cNvSpPr>
            <a:spLocks noGrp="1"/>
          </p:cNvSpPr>
          <p:nvPr/>
        </p:nvSpPr>
        <p:spPr>
          <a:xfrm>
            <a:off x="1821752" y="3121343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raw-pose-bone-4:to-anchor">
            <a:extLst>
              <a:ext uri="{FF2B5EF4-FFF2-40B4-BE49-F238E27FC236}">
                <a16:creationId xmlns:a16="http://schemas.microsoft.com/office/drawing/2014/main" id="{D582C82D-3A99-4A8D-88C9-DA80DEBA6974}"/>
              </a:ext>
            </a:extLst>
          </p:cNvPr>
          <p:cNvSpPr>
            <a:spLocks noGrp="1"/>
          </p:cNvSpPr>
          <p:nvPr/>
        </p:nvSpPr>
        <p:spPr>
          <a:xfrm>
            <a:off x="1982724" y="3343466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28" name="raw-pose-bone-4"/>
          <p:cNvCxnSpPr>
            <a:stCxn id="26" idx="3"/>
            <a:endCxn id="27" idx="1"/>
          </p:cNvCxnSpPr>
          <p:nvPr/>
        </p:nvCxnSpPr>
        <p:spPr>
          <a:xfrm>
            <a:off x="1823147" y="3129473"/>
            <a:ext cx="160972" cy="215388"/>
          </a:xfrm>
          <a:prstGeom prst="straightConnector1">
            <a:avLst/>
          </a:prstGeom>
          <a:ln w="25241">
            <a:solidFill>
              <a:srgbClr val="94A3B8"/>
            </a:solidFill>
            <a:prstDash val="solid"/>
          </a:ln>
        </p:spPr>
      </p:cxnSp>
      <p:sp>
        <p:nvSpPr>
          <p:cNvPr id="29" name="raw-pose-bone-5:from-anchor">
            <a:extLst>
              <a:ext uri="{FF2B5EF4-FFF2-40B4-BE49-F238E27FC236}">
                <a16:creationId xmlns:a16="http://schemas.microsoft.com/office/drawing/2014/main" id="{065481E9-6F8E-4DFE-A976-D274F74FD68F}"/>
              </a:ext>
            </a:extLst>
          </p:cNvPr>
          <p:cNvSpPr>
            <a:spLocks noGrp="1"/>
          </p:cNvSpPr>
          <p:nvPr/>
        </p:nvSpPr>
        <p:spPr>
          <a:xfrm>
            <a:off x="1973199" y="3343466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raw-pose-bone-5:to-anchor">
            <a:extLst>
              <a:ext uri="{FF2B5EF4-FFF2-40B4-BE49-F238E27FC236}">
                <a16:creationId xmlns:a16="http://schemas.microsoft.com/office/drawing/2014/main" id="{79FC5792-82EC-47A0-BADA-2E7D83526D93}"/>
              </a:ext>
            </a:extLst>
          </p:cNvPr>
          <p:cNvSpPr>
            <a:spLocks noGrp="1"/>
          </p:cNvSpPr>
          <p:nvPr/>
        </p:nvSpPr>
        <p:spPr>
          <a:xfrm>
            <a:off x="2093786" y="3550444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31" name="raw-pose-bone-5"/>
          <p:cNvCxnSpPr>
            <a:stCxn id="29" idx="3"/>
            <a:endCxn id="30" idx="1"/>
          </p:cNvCxnSpPr>
          <p:nvPr/>
        </p:nvCxnSpPr>
        <p:spPr>
          <a:xfrm>
            <a:off x="1974594" y="3351596"/>
            <a:ext cx="120587" cy="200243"/>
          </a:xfrm>
          <a:prstGeom prst="straightConnector1">
            <a:avLst/>
          </a:prstGeom>
          <a:ln w="25241">
            <a:solidFill>
              <a:srgbClr val="FB7185"/>
            </a:solidFill>
            <a:prstDash val="solid"/>
          </a:ln>
        </p:spPr>
      </p:cxnSp>
      <p:sp>
        <p:nvSpPr>
          <p:cNvPr id="32" name="raw-pose-bone-6:from-anchor">
            <a:extLst>
              <a:ext uri="{FF2B5EF4-FFF2-40B4-BE49-F238E27FC236}">
                <a16:creationId xmlns:a16="http://schemas.microsoft.com/office/drawing/2014/main" id="{BDC12E0B-AEF9-4370-9ED7-BC5DEAB5CCC1}"/>
              </a:ext>
            </a:extLst>
          </p:cNvPr>
          <p:cNvSpPr>
            <a:spLocks noGrp="1"/>
          </p:cNvSpPr>
          <p:nvPr/>
        </p:nvSpPr>
        <p:spPr>
          <a:xfrm>
            <a:off x="1609725" y="3030474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raw-pose-bone-6:to-anchor">
            <a:extLst>
              <a:ext uri="{FF2B5EF4-FFF2-40B4-BE49-F238E27FC236}">
                <a16:creationId xmlns:a16="http://schemas.microsoft.com/office/drawing/2014/main" id="{79389498-4AEB-4BDB-9AB8-EC7F291E11D5}"/>
              </a:ext>
            </a:extLst>
          </p:cNvPr>
          <p:cNvSpPr>
            <a:spLocks noGrp="1"/>
          </p:cNvSpPr>
          <p:nvPr/>
        </p:nvSpPr>
        <p:spPr>
          <a:xfrm>
            <a:off x="1619250" y="3616071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34" name="raw-pose-bone-6"/>
          <p:cNvCxnSpPr>
            <a:stCxn id="32" idx="3"/>
            <a:endCxn id="33" idx="1"/>
          </p:cNvCxnSpPr>
          <p:nvPr/>
        </p:nvCxnSpPr>
        <p:spPr>
          <a:xfrm>
            <a:off x="1611120" y="3038604"/>
            <a:ext cx="9525" cy="578862"/>
          </a:xfrm>
          <a:prstGeom prst="straightConnector1">
            <a:avLst/>
          </a:prstGeom>
          <a:ln w="25241">
            <a:solidFill>
              <a:srgbClr val="94A3B8"/>
            </a:solidFill>
            <a:prstDash val="solid"/>
          </a:ln>
        </p:spPr>
      </p:cxnSp>
      <p:sp>
        <p:nvSpPr>
          <p:cNvPr id="35" name="raw-pose-bone-7:from-anchor">
            <a:extLst>
              <a:ext uri="{FF2B5EF4-FFF2-40B4-BE49-F238E27FC236}">
                <a16:creationId xmlns:a16="http://schemas.microsoft.com/office/drawing/2014/main" id="{0EF20287-291A-4F8D-B47E-393ED2747F11}"/>
              </a:ext>
            </a:extLst>
          </p:cNvPr>
          <p:cNvSpPr>
            <a:spLocks noGrp="1"/>
          </p:cNvSpPr>
          <p:nvPr/>
        </p:nvSpPr>
        <p:spPr>
          <a:xfrm>
            <a:off x="1619250" y="3616071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raw-pose-bone-7:to-anchor">
            <a:extLst>
              <a:ext uri="{FF2B5EF4-FFF2-40B4-BE49-F238E27FC236}">
                <a16:creationId xmlns:a16="http://schemas.microsoft.com/office/drawing/2014/main" id="{F0E3F70B-C61D-40EA-A507-E8990901A105}"/>
              </a:ext>
            </a:extLst>
          </p:cNvPr>
          <p:cNvSpPr>
            <a:spLocks noGrp="1"/>
          </p:cNvSpPr>
          <p:nvPr/>
        </p:nvSpPr>
        <p:spPr>
          <a:xfrm>
            <a:off x="1458278" y="3636264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37" name="raw-pose-bone-7"/>
          <p:cNvCxnSpPr>
            <a:stCxn id="35" idx="1"/>
            <a:endCxn id="36" idx="3"/>
          </p:cNvCxnSpPr>
          <p:nvPr/>
        </p:nvCxnSpPr>
        <p:spPr>
          <a:xfrm flipH="1">
            <a:off x="1459673" y="3617466"/>
            <a:ext cx="160972" cy="26928"/>
          </a:xfrm>
          <a:prstGeom prst="straightConnector1">
            <a:avLst/>
          </a:prstGeom>
          <a:ln w="25241">
            <a:solidFill>
              <a:srgbClr val="94A3B8"/>
            </a:solidFill>
            <a:prstDash val="solid"/>
          </a:ln>
        </p:spPr>
      </p:cxnSp>
      <p:sp>
        <p:nvSpPr>
          <p:cNvPr id="38" name="raw-pose-bone-8:from-anchor">
            <a:extLst>
              <a:ext uri="{FF2B5EF4-FFF2-40B4-BE49-F238E27FC236}">
                <a16:creationId xmlns:a16="http://schemas.microsoft.com/office/drawing/2014/main" id="{030CD303-02A3-45FA-A7B3-826FB6E659AB}"/>
              </a:ext>
            </a:extLst>
          </p:cNvPr>
          <p:cNvSpPr>
            <a:spLocks noGrp="1"/>
          </p:cNvSpPr>
          <p:nvPr/>
        </p:nvSpPr>
        <p:spPr>
          <a:xfrm>
            <a:off x="1609725" y="3616071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raw-pose-bone-8:to-anchor">
            <a:extLst>
              <a:ext uri="{FF2B5EF4-FFF2-40B4-BE49-F238E27FC236}">
                <a16:creationId xmlns:a16="http://schemas.microsoft.com/office/drawing/2014/main" id="{62F1D015-A84A-43B7-9F67-1D32A2A69F15}"/>
              </a:ext>
            </a:extLst>
          </p:cNvPr>
          <p:cNvSpPr>
            <a:spLocks noGrp="1"/>
          </p:cNvSpPr>
          <p:nvPr/>
        </p:nvSpPr>
        <p:spPr>
          <a:xfrm>
            <a:off x="1770698" y="3636264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40" name="raw-pose-bone-8"/>
          <p:cNvCxnSpPr>
            <a:stCxn id="38" idx="3"/>
            <a:endCxn id="39" idx="1"/>
          </p:cNvCxnSpPr>
          <p:nvPr/>
        </p:nvCxnSpPr>
        <p:spPr>
          <a:xfrm>
            <a:off x="1611120" y="3624201"/>
            <a:ext cx="160973" cy="13458"/>
          </a:xfrm>
          <a:prstGeom prst="straightConnector1">
            <a:avLst/>
          </a:prstGeom>
          <a:ln w="25241">
            <a:solidFill>
              <a:srgbClr val="94A3B8"/>
            </a:solidFill>
            <a:prstDash val="solid"/>
          </a:ln>
        </p:spPr>
      </p:cxnSp>
      <p:sp>
        <p:nvSpPr>
          <p:cNvPr id="41" name="raw-pose-bone-9:from-anchor">
            <a:extLst>
              <a:ext uri="{FF2B5EF4-FFF2-40B4-BE49-F238E27FC236}">
                <a16:creationId xmlns:a16="http://schemas.microsoft.com/office/drawing/2014/main" id="{924A12FB-E7BF-4E87-91B8-FB59EFA0ED2B}"/>
              </a:ext>
            </a:extLst>
          </p:cNvPr>
          <p:cNvSpPr>
            <a:spLocks noGrp="1"/>
          </p:cNvSpPr>
          <p:nvPr/>
        </p:nvSpPr>
        <p:spPr>
          <a:xfrm>
            <a:off x="1467803" y="3636264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raw-pose-bone-9:to-anchor">
            <a:extLst>
              <a:ext uri="{FF2B5EF4-FFF2-40B4-BE49-F238E27FC236}">
                <a16:creationId xmlns:a16="http://schemas.microsoft.com/office/drawing/2014/main" id="{35F03733-0BF9-425A-B543-69EF6888BC6A}"/>
              </a:ext>
            </a:extLst>
          </p:cNvPr>
          <p:cNvSpPr>
            <a:spLocks noGrp="1"/>
          </p:cNvSpPr>
          <p:nvPr/>
        </p:nvSpPr>
        <p:spPr>
          <a:xfrm>
            <a:off x="1382554" y="3989642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43" name="raw-pose-bone-9"/>
          <p:cNvCxnSpPr>
            <a:stCxn id="41" idx="1"/>
            <a:endCxn id="42" idx="3"/>
          </p:cNvCxnSpPr>
          <p:nvPr/>
        </p:nvCxnSpPr>
        <p:spPr>
          <a:xfrm flipH="1">
            <a:off x="1383949" y="3637659"/>
            <a:ext cx="85249" cy="360113"/>
          </a:xfrm>
          <a:prstGeom prst="straightConnector1">
            <a:avLst/>
          </a:prstGeom>
          <a:ln w="25241">
            <a:solidFill>
              <a:srgbClr val="94A3B8"/>
            </a:solidFill>
            <a:prstDash val="solid"/>
          </a:ln>
        </p:spPr>
      </p:cxnSp>
      <p:sp>
        <p:nvSpPr>
          <p:cNvPr id="44" name="raw-pose-bone-10:from-anchor">
            <a:extLst>
              <a:ext uri="{FF2B5EF4-FFF2-40B4-BE49-F238E27FC236}">
                <a16:creationId xmlns:a16="http://schemas.microsoft.com/office/drawing/2014/main" id="{60B2BACE-E47B-4DDC-8F3B-BD5F12FC0F2E}"/>
              </a:ext>
            </a:extLst>
          </p:cNvPr>
          <p:cNvSpPr>
            <a:spLocks noGrp="1"/>
          </p:cNvSpPr>
          <p:nvPr/>
        </p:nvSpPr>
        <p:spPr>
          <a:xfrm>
            <a:off x="1392079" y="3989642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raw-pose-bone-10:to-anchor">
            <a:extLst>
              <a:ext uri="{FF2B5EF4-FFF2-40B4-BE49-F238E27FC236}">
                <a16:creationId xmlns:a16="http://schemas.microsoft.com/office/drawing/2014/main" id="{E5BAEB05-1568-4DB4-A98F-94976E2296AD}"/>
              </a:ext>
            </a:extLst>
          </p:cNvPr>
          <p:cNvSpPr>
            <a:spLocks noGrp="1"/>
          </p:cNvSpPr>
          <p:nvPr/>
        </p:nvSpPr>
        <p:spPr>
          <a:xfrm>
            <a:off x="1316927" y="431777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46" name="raw-pose-bone-10"/>
          <p:cNvCxnSpPr>
            <a:stCxn id="44" idx="1"/>
            <a:endCxn id="45" idx="3"/>
          </p:cNvCxnSpPr>
          <p:nvPr/>
        </p:nvCxnSpPr>
        <p:spPr>
          <a:xfrm flipH="1">
            <a:off x="1318322" y="3991037"/>
            <a:ext cx="75152" cy="334871"/>
          </a:xfrm>
          <a:prstGeom prst="straightConnector1">
            <a:avLst/>
          </a:prstGeom>
          <a:ln w="25241">
            <a:solidFill>
              <a:srgbClr val="94A3B8"/>
            </a:solidFill>
            <a:prstDash val="solid"/>
          </a:ln>
        </p:spPr>
      </p:cxnSp>
      <p:sp>
        <p:nvSpPr>
          <p:cNvPr id="47" name="raw-pose-bone-11:from-anchor">
            <a:extLst>
              <a:ext uri="{FF2B5EF4-FFF2-40B4-BE49-F238E27FC236}">
                <a16:creationId xmlns:a16="http://schemas.microsoft.com/office/drawing/2014/main" id="{B030B0FE-96B5-4C10-B524-9863B391A227}"/>
              </a:ext>
            </a:extLst>
          </p:cNvPr>
          <p:cNvSpPr>
            <a:spLocks noGrp="1"/>
          </p:cNvSpPr>
          <p:nvPr/>
        </p:nvSpPr>
        <p:spPr>
          <a:xfrm>
            <a:off x="1761173" y="3636264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raw-pose-bone-11:to-anchor">
            <a:extLst>
              <a:ext uri="{FF2B5EF4-FFF2-40B4-BE49-F238E27FC236}">
                <a16:creationId xmlns:a16="http://schemas.microsoft.com/office/drawing/2014/main" id="{6EDD158A-560D-4108-834F-73403AF17699}"/>
              </a:ext>
            </a:extLst>
          </p:cNvPr>
          <p:cNvSpPr>
            <a:spLocks noGrp="1"/>
          </p:cNvSpPr>
          <p:nvPr/>
        </p:nvSpPr>
        <p:spPr>
          <a:xfrm>
            <a:off x="1841373" y="3969449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49" name="raw-pose-bone-11"/>
          <p:cNvCxnSpPr>
            <a:stCxn id="47" idx="3"/>
            <a:endCxn id="48" idx="1"/>
          </p:cNvCxnSpPr>
          <p:nvPr/>
        </p:nvCxnSpPr>
        <p:spPr>
          <a:xfrm>
            <a:off x="1762568" y="3644394"/>
            <a:ext cx="80200" cy="326450"/>
          </a:xfrm>
          <a:prstGeom prst="straightConnector1">
            <a:avLst/>
          </a:prstGeom>
          <a:ln w="25241">
            <a:solidFill>
              <a:srgbClr val="94A3B8"/>
            </a:solidFill>
            <a:prstDash val="solid"/>
          </a:ln>
        </p:spPr>
      </p:cxnSp>
      <p:sp>
        <p:nvSpPr>
          <p:cNvPr id="50" name="raw-pose-bone-12:from-anchor">
            <a:extLst>
              <a:ext uri="{FF2B5EF4-FFF2-40B4-BE49-F238E27FC236}">
                <a16:creationId xmlns:a16="http://schemas.microsoft.com/office/drawing/2014/main" id="{289CAC87-1C5E-4679-8752-D5B2F8B57AB8}"/>
              </a:ext>
            </a:extLst>
          </p:cNvPr>
          <p:cNvSpPr>
            <a:spLocks noGrp="1"/>
          </p:cNvSpPr>
          <p:nvPr/>
        </p:nvSpPr>
        <p:spPr>
          <a:xfrm>
            <a:off x="1831848" y="3969449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raw-pose-bone-12:to-anchor">
            <a:extLst>
              <a:ext uri="{FF2B5EF4-FFF2-40B4-BE49-F238E27FC236}">
                <a16:creationId xmlns:a16="http://schemas.microsoft.com/office/drawing/2014/main" id="{94E8BD16-8DE2-4372-888D-F3317C2850B8}"/>
              </a:ext>
            </a:extLst>
          </p:cNvPr>
          <p:cNvSpPr>
            <a:spLocks noGrp="1"/>
          </p:cNvSpPr>
          <p:nvPr/>
        </p:nvSpPr>
        <p:spPr>
          <a:xfrm>
            <a:off x="1952435" y="4297585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52" name="raw-pose-bone-12"/>
          <p:cNvCxnSpPr>
            <a:stCxn id="50" idx="3"/>
            <a:endCxn id="51" idx="1"/>
          </p:cNvCxnSpPr>
          <p:nvPr/>
        </p:nvCxnSpPr>
        <p:spPr>
          <a:xfrm>
            <a:off x="1833243" y="3977579"/>
            <a:ext cx="120587" cy="321401"/>
          </a:xfrm>
          <a:prstGeom prst="straightConnector1">
            <a:avLst/>
          </a:prstGeom>
          <a:ln w="25241">
            <a:solidFill>
              <a:srgbClr val="94A3B8"/>
            </a:solidFill>
            <a:prstDash val="solid"/>
          </a:ln>
        </p:spPr>
      </p:cxnSp>
      <p:sp>
        <p:nvSpPr>
          <p:cNvPr id="53" name="raw-pose-neck">
            <a:extLst>
              <a:ext uri="{FF2B5EF4-FFF2-40B4-BE49-F238E27FC236}">
                <a16:creationId xmlns:a16="http://schemas.microsoft.com/office/drawing/2014/main" id="{3E88402E-23B1-4A7C-8452-1F0868FCEEB5}"/>
              </a:ext>
            </a:extLst>
          </p:cNvPr>
          <p:cNvSpPr>
            <a:spLocks noGrp="1"/>
          </p:cNvSpPr>
          <p:nvPr/>
        </p:nvSpPr>
        <p:spPr>
          <a:xfrm>
            <a:off x="1588961" y="3004947"/>
            <a:ext cx="60579" cy="60579"/>
          </a:xfrm>
          <a:prstGeom prst="ellipse">
            <a:avLst/>
          </a:prstGeom>
          <a:solidFill>
            <a:srgbClr val="F8FAF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raw-pose-ls">
            <a:extLst>
              <a:ext uri="{FF2B5EF4-FFF2-40B4-BE49-F238E27FC236}">
                <a16:creationId xmlns:a16="http://schemas.microsoft.com/office/drawing/2014/main" id="{52CE5491-459F-40C2-B616-569A8A298894}"/>
              </a:ext>
            </a:extLst>
          </p:cNvPr>
          <p:cNvSpPr>
            <a:spLocks noGrp="1"/>
          </p:cNvSpPr>
          <p:nvPr/>
        </p:nvSpPr>
        <p:spPr>
          <a:xfrm>
            <a:off x="1376934" y="3095816"/>
            <a:ext cx="60579" cy="60579"/>
          </a:xfrm>
          <a:prstGeom prst="ellipse">
            <a:avLst/>
          </a:prstGeom>
          <a:solidFill>
            <a:srgbClr val="F8FAF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5" name="raw-pose-rs">
            <a:extLst>
              <a:ext uri="{FF2B5EF4-FFF2-40B4-BE49-F238E27FC236}">
                <a16:creationId xmlns:a16="http://schemas.microsoft.com/office/drawing/2014/main" id="{54201B02-3C52-4A14-9A29-0D9B4FDC06F5}"/>
              </a:ext>
            </a:extLst>
          </p:cNvPr>
          <p:cNvSpPr>
            <a:spLocks noGrp="1"/>
          </p:cNvSpPr>
          <p:nvPr/>
        </p:nvSpPr>
        <p:spPr>
          <a:xfrm>
            <a:off x="1800987" y="3095816"/>
            <a:ext cx="60579" cy="60579"/>
          </a:xfrm>
          <a:prstGeom prst="ellipse">
            <a:avLst/>
          </a:prstGeom>
          <a:solidFill>
            <a:srgbClr val="F8FAF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6" name="raw-pose-le">
            <a:extLst>
              <a:ext uri="{FF2B5EF4-FFF2-40B4-BE49-F238E27FC236}">
                <a16:creationId xmlns:a16="http://schemas.microsoft.com/office/drawing/2014/main" id="{344EA16B-39F7-41CE-9C53-56F188DBAD9A}"/>
              </a:ext>
            </a:extLst>
          </p:cNvPr>
          <p:cNvSpPr>
            <a:spLocks noGrp="1"/>
          </p:cNvSpPr>
          <p:nvPr/>
        </p:nvSpPr>
        <p:spPr>
          <a:xfrm>
            <a:off x="1245680" y="3373469"/>
            <a:ext cx="60579" cy="60579"/>
          </a:xfrm>
          <a:prstGeom prst="ellipse">
            <a:avLst/>
          </a:prstGeom>
          <a:solidFill>
            <a:srgbClr val="F8FAF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7" name="raw-pose-re">
            <a:extLst>
              <a:ext uri="{FF2B5EF4-FFF2-40B4-BE49-F238E27FC236}">
                <a16:creationId xmlns:a16="http://schemas.microsoft.com/office/drawing/2014/main" id="{0EF8331D-6943-4A0B-91CB-CC2480B67F9E}"/>
              </a:ext>
            </a:extLst>
          </p:cNvPr>
          <p:cNvSpPr>
            <a:spLocks noGrp="1"/>
          </p:cNvSpPr>
          <p:nvPr/>
        </p:nvSpPr>
        <p:spPr>
          <a:xfrm>
            <a:off x="1952435" y="3317938"/>
            <a:ext cx="60579" cy="60579"/>
          </a:xfrm>
          <a:prstGeom prst="ellipse">
            <a:avLst/>
          </a:prstGeom>
          <a:solidFill>
            <a:srgbClr val="F8FAF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8" name="raw-pose-lw">
            <a:extLst>
              <a:ext uri="{FF2B5EF4-FFF2-40B4-BE49-F238E27FC236}">
                <a16:creationId xmlns:a16="http://schemas.microsoft.com/office/drawing/2014/main" id="{0FDE0992-2783-4E4C-9C6A-07A1EE065339}"/>
              </a:ext>
            </a:extLst>
          </p:cNvPr>
          <p:cNvSpPr>
            <a:spLocks noGrp="1"/>
          </p:cNvSpPr>
          <p:nvPr/>
        </p:nvSpPr>
        <p:spPr>
          <a:xfrm>
            <a:off x="1371886" y="3610737"/>
            <a:ext cx="60579" cy="60579"/>
          </a:xfrm>
          <a:prstGeom prst="ellipse">
            <a:avLst/>
          </a:prstGeom>
          <a:solidFill>
            <a:srgbClr val="F8FAF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9" name="raw-pose-rw">
            <a:extLst>
              <a:ext uri="{FF2B5EF4-FFF2-40B4-BE49-F238E27FC236}">
                <a16:creationId xmlns:a16="http://schemas.microsoft.com/office/drawing/2014/main" id="{42BA844A-8CD2-409D-A3C6-53CFEC5418B3}"/>
              </a:ext>
            </a:extLst>
          </p:cNvPr>
          <p:cNvSpPr>
            <a:spLocks noGrp="1"/>
          </p:cNvSpPr>
          <p:nvPr/>
        </p:nvSpPr>
        <p:spPr>
          <a:xfrm>
            <a:off x="2063496" y="3524917"/>
            <a:ext cx="60579" cy="60579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0" name="raw-pose-hip">
            <a:extLst>
              <a:ext uri="{FF2B5EF4-FFF2-40B4-BE49-F238E27FC236}">
                <a16:creationId xmlns:a16="http://schemas.microsoft.com/office/drawing/2014/main" id="{6C0E37B4-1C57-4A84-B606-A0BF1B7ACDE6}"/>
              </a:ext>
            </a:extLst>
          </p:cNvPr>
          <p:cNvSpPr>
            <a:spLocks noGrp="1"/>
          </p:cNvSpPr>
          <p:nvPr/>
        </p:nvSpPr>
        <p:spPr>
          <a:xfrm>
            <a:off x="1588961" y="3590544"/>
            <a:ext cx="60579" cy="60579"/>
          </a:xfrm>
          <a:prstGeom prst="ellipse">
            <a:avLst/>
          </a:prstGeom>
          <a:solidFill>
            <a:srgbClr val="F8FAF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1" name="raw-pose-lh">
            <a:extLst>
              <a:ext uri="{FF2B5EF4-FFF2-40B4-BE49-F238E27FC236}">
                <a16:creationId xmlns:a16="http://schemas.microsoft.com/office/drawing/2014/main" id="{9A13F113-4414-4134-8FF5-A06A36E4FE60}"/>
              </a:ext>
            </a:extLst>
          </p:cNvPr>
          <p:cNvSpPr>
            <a:spLocks noGrp="1"/>
          </p:cNvSpPr>
          <p:nvPr/>
        </p:nvSpPr>
        <p:spPr>
          <a:xfrm>
            <a:off x="1437513" y="3610737"/>
            <a:ext cx="60579" cy="60579"/>
          </a:xfrm>
          <a:prstGeom prst="ellipse">
            <a:avLst/>
          </a:prstGeom>
          <a:solidFill>
            <a:srgbClr val="F8FAF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2" name="raw-pose-rh">
            <a:extLst>
              <a:ext uri="{FF2B5EF4-FFF2-40B4-BE49-F238E27FC236}">
                <a16:creationId xmlns:a16="http://schemas.microsoft.com/office/drawing/2014/main" id="{6EA8C374-A9A1-4834-A367-6F56E29F1C83}"/>
              </a:ext>
            </a:extLst>
          </p:cNvPr>
          <p:cNvSpPr>
            <a:spLocks noGrp="1"/>
          </p:cNvSpPr>
          <p:nvPr/>
        </p:nvSpPr>
        <p:spPr>
          <a:xfrm>
            <a:off x="1740408" y="3610737"/>
            <a:ext cx="60579" cy="60579"/>
          </a:xfrm>
          <a:prstGeom prst="ellipse">
            <a:avLst/>
          </a:prstGeom>
          <a:solidFill>
            <a:srgbClr val="F8FAF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raw-pose-lk">
            <a:extLst>
              <a:ext uri="{FF2B5EF4-FFF2-40B4-BE49-F238E27FC236}">
                <a16:creationId xmlns:a16="http://schemas.microsoft.com/office/drawing/2014/main" id="{8167EDFD-9052-4876-938D-25CB7A7A96F3}"/>
              </a:ext>
            </a:extLst>
          </p:cNvPr>
          <p:cNvSpPr>
            <a:spLocks noGrp="1"/>
          </p:cNvSpPr>
          <p:nvPr/>
        </p:nvSpPr>
        <p:spPr>
          <a:xfrm>
            <a:off x="1361789" y="3964115"/>
            <a:ext cx="60579" cy="60579"/>
          </a:xfrm>
          <a:prstGeom prst="ellipse">
            <a:avLst/>
          </a:prstGeom>
          <a:solidFill>
            <a:srgbClr val="F8FAF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4" name="raw-pose-rk">
            <a:extLst>
              <a:ext uri="{FF2B5EF4-FFF2-40B4-BE49-F238E27FC236}">
                <a16:creationId xmlns:a16="http://schemas.microsoft.com/office/drawing/2014/main" id="{6138D845-5DEA-4FA1-9BCC-A42F65F068B3}"/>
              </a:ext>
            </a:extLst>
          </p:cNvPr>
          <p:cNvSpPr>
            <a:spLocks noGrp="1"/>
          </p:cNvSpPr>
          <p:nvPr/>
        </p:nvSpPr>
        <p:spPr>
          <a:xfrm>
            <a:off x="1811083" y="3943922"/>
            <a:ext cx="60579" cy="60579"/>
          </a:xfrm>
          <a:prstGeom prst="ellipse">
            <a:avLst/>
          </a:prstGeom>
          <a:solidFill>
            <a:srgbClr val="F8FAF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5" name="raw-pose-la">
            <a:extLst>
              <a:ext uri="{FF2B5EF4-FFF2-40B4-BE49-F238E27FC236}">
                <a16:creationId xmlns:a16="http://schemas.microsoft.com/office/drawing/2014/main" id="{C599B605-CEB2-48DB-9A4A-4FF6B32BEFC0}"/>
              </a:ext>
            </a:extLst>
          </p:cNvPr>
          <p:cNvSpPr>
            <a:spLocks noGrp="1"/>
          </p:cNvSpPr>
          <p:nvPr/>
        </p:nvSpPr>
        <p:spPr>
          <a:xfrm>
            <a:off x="1296162" y="4292251"/>
            <a:ext cx="60579" cy="60579"/>
          </a:xfrm>
          <a:prstGeom prst="ellipse">
            <a:avLst/>
          </a:prstGeom>
          <a:solidFill>
            <a:srgbClr val="F8FAF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6" name="raw-pose-ra">
            <a:extLst>
              <a:ext uri="{FF2B5EF4-FFF2-40B4-BE49-F238E27FC236}">
                <a16:creationId xmlns:a16="http://schemas.microsoft.com/office/drawing/2014/main" id="{97EF954E-3DFD-4419-A892-B3FDCF22CBB5}"/>
              </a:ext>
            </a:extLst>
          </p:cNvPr>
          <p:cNvSpPr>
            <a:spLocks noGrp="1"/>
          </p:cNvSpPr>
          <p:nvPr/>
        </p:nvSpPr>
        <p:spPr>
          <a:xfrm>
            <a:off x="1922145" y="4272058"/>
            <a:ext cx="60579" cy="60579"/>
          </a:xfrm>
          <a:prstGeom prst="ellipse">
            <a:avLst/>
          </a:prstGeom>
          <a:solidFill>
            <a:srgbClr val="F8FAF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7" name="centered-pose-head">
            <a:extLst>
              <a:ext uri="{FF2B5EF4-FFF2-40B4-BE49-F238E27FC236}">
                <a16:creationId xmlns:a16="http://schemas.microsoft.com/office/drawing/2014/main" id="{BF1ACEBF-67F6-4360-BBB7-4284A2EC6CD9}"/>
              </a:ext>
            </a:extLst>
          </p:cNvPr>
          <p:cNvSpPr>
            <a:spLocks noGrp="1"/>
          </p:cNvSpPr>
          <p:nvPr/>
        </p:nvSpPr>
        <p:spPr>
          <a:xfrm>
            <a:off x="4389787" y="2742438"/>
            <a:ext cx="212027" cy="212027"/>
          </a:xfrm>
          <a:prstGeom prst="ellipse">
            <a:avLst/>
          </a:prstGeom>
          <a:solidFill>
            <a:srgbClr val="111C2E"/>
          </a:solidFill>
          <a:ln w="28575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8" name="centered-pose-bone-0:from-anchor">
            <a:extLst>
              <a:ext uri="{FF2B5EF4-FFF2-40B4-BE49-F238E27FC236}">
                <a16:creationId xmlns:a16="http://schemas.microsoft.com/office/drawing/2014/main" id="{3855DDFB-C4E2-46EC-BE04-59A66D8AFAA9}"/>
              </a:ext>
            </a:extLst>
          </p:cNvPr>
          <p:cNvSpPr>
            <a:spLocks noGrp="1"/>
          </p:cNvSpPr>
          <p:nvPr/>
        </p:nvSpPr>
        <p:spPr>
          <a:xfrm>
            <a:off x="4495800" y="3030474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9" name="centered-pose-bone-0:to-anchor">
            <a:extLst>
              <a:ext uri="{FF2B5EF4-FFF2-40B4-BE49-F238E27FC236}">
                <a16:creationId xmlns:a16="http://schemas.microsoft.com/office/drawing/2014/main" id="{1DC7047A-CF99-4656-93E1-1C03B4018956}"/>
              </a:ext>
            </a:extLst>
          </p:cNvPr>
          <p:cNvSpPr>
            <a:spLocks noGrp="1"/>
          </p:cNvSpPr>
          <p:nvPr/>
        </p:nvSpPr>
        <p:spPr>
          <a:xfrm>
            <a:off x="4274249" y="3121343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70" name="centered-pose-bone-0"/>
          <p:cNvCxnSpPr>
            <a:stCxn id="68" idx="1"/>
            <a:endCxn id="69" idx="3"/>
          </p:cNvCxnSpPr>
          <p:nvPr/>
        </p:nvCxnSpPr>
        <p:spPr>
          <a:xfrm flipH="1">
            <a:off x="4275644" y="3031869"/>
            <a:ext cx="221551" cy="97604"/>
          </a:xfrm>
          <a:prstGeom prst="straightConnector1">
            <a:avLst/>
          </a:prstGeom>
          <a:ln w="25241">
            <a:solidFill>
              <a:srgbClr val="38BDF8"/>
            </a:solidFill>
            <a:prstDash val="solid"/>
          </a:ln>
        </p:spPr>
      </p:cxnSp>
      <p:sp>
        <p:nvSpPr>
          <p:cNvPr id="71" name="centered-pose-bone-1:from-anchor">
            <a:extLst>
              <a:ext uri="{FF2B5EF4-FFF2-40B4-BE49-F238E27FC236}">
                <a16:creationId xmlns:a16="http://schemas.microsoft.com/office/drawing/2014/main" id="{09666C64-08F2-4477-9F7A-ABC9627A0F14}"/>
              </a:ext>
            </a:extLst>
          </p:cNvPr>
          <p:cNvSpPr>
            <a:spLocks noGrp="1"/>
          </p:cNvSpPr>
          <p:nvPr/>
        </p:nvSpPr>
        <p:spPr>
          <a:xfrm>
            <a:off x="4486275" y="3030474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2" name="centered-pose-bone-1:to-anchor">
            <a:extLst>
              <a:ext uri="{FF2B5EF4-FFF2-40B4-BE49-F238E27FC236}">
                <a16:creationId xmlns:a16="http://schemas.microsoft.com/office/drawing/2014/main" id="{2EDD45F9-0EDB-4146-947E-9EFB96F708B9}"/>
              </a:ext>
            </a:extLst>
          </p:cNvPr>
          <p:cNvSpPr>
            <a:spLocks noGrp="1"/>
          </p:cNvSpPr>
          <p:nvPr/>
        </p:nvSpPr>
        <p:spPr>
          <a:xfrm>
            <a:off x="4707827" y="3121343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73" name="centered-pose-bone-1"/>
          <p:cNvCxnSpPr>
            <a:stCxn id="71" idx="3"/>
            <a:endCxn id="72" idx="1"/>
          </p:cNvCxnSpPr>
          <p:nvPr/>
        </p:nvCxnSpPr>
        <p:spPr>
          <a:xfrm>
            <a:off x="4487670" y="3038604"/>
            <a:ext cx="221552" cy="84134"/>
          </a:xfrm>
          <a:prstGeom prst="straightConnector1">
            <a:avLst/>
          </a:prstGeom>
          <a:ln w="25241">
            <a:solidFill>
              <a:srgbClr val="38BDF8"/>
            </a:solidFill>
            <a:prstDash val="solid"/>
          </a:ln>
        </p:spPr>
      </p:cxnSp>
      <p:sp>
        <p:nvSpPr>
          <p:cNvPr id="74" name="centered-pose-bone-2:from-anchor">
            <a:extLst>
              <a:ext uri="{FF2B5EF4-FFF2-40B4-BE49-F238E27FC236}">
                <a16:creationId xmlns:a16="http://schemas.microsoft.com/office/drawing/2014/main" id="{CB4409B0-51D5-4B0F-A5E6-F220395F924C}"/>
              </a:ext>
            </a:extLst>
          </p:cNvPr>
          <p:cNvSpPr>
            <a:spLocks noGrp="1"/>
          </p:cNvSpPr>
          <p:nvPr/>
        </p:nvSpPr>
        <p:spPr>
          <a:xfrm>
            <a:off x="4283774" y="3121343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5" name="centered-pose-bone-2:to-anchor">
            <a:extLst>
              <a:ext uri="{FF2B5EF4-FFF2-40B4-BE49-F238E27FC236}">
                <a16:creationId xmlns:a16="http://schemas.microsoft.com/office/drawing/2014/main" id="{A68DFA49-5E87-416C-9F40-9B9478FE5A65}"/>
              </a:ext>
            </a:extLst>
          </p:cNvPr>
          <p:cNvSpPr>
            <a:spLocks noGrp="1"/>
          </p:cNvSpPr>
          <p:nvPr/>
        </p:nvSpPr>
        <p:spPr>
          <a:xfrm>
            <a:off x="4142994" y="3398996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76" name="centered-pose-bone-2"/>
          <p:cNvCxnSpPr>
            <a:stCxn id="74" idx="1"/>
            <a:endCxn id="75" idx="3"/>
          </p:cNvCxnSpPr>
          <p:nvPr/>
        </p:nvCxnSpPr>
        <p:spPr>
          <a:xfrm flipH="1">
            <a:off x="4144389" y="3122738"/>
            <a:ext cx="140780" cy="284388"/>
          </a:xfrm>
          <a:prstGeom prst="straightConnector1">
            <a:avLst/>
          </a:prstGeom>
          <a:ln w="25241">
            <a:solidFill>
              <a:srgbClr val="38BDF8"/>
            </a:solidFill>
            <a:prstDash val="solid"/>
          </a:ln>
        </p:spPr>
      </p:cxnSp>
      <p:sp>
        <p:nvSpPr>
          <p:cNvPr id="77" name="centered-pose-bone-3:from-anchor">
            <a:extLst>
              <a:ext uri="{FF2B5EF4-FFF2-40B4-BE49-F238E27FC236}">
                <a16:creationId xmlns:a16="http://schemas.microsoft.com/office/drawing/2014/main" id="{9E6CEDC6-67FB-4893-AB98-037F4087914B}"/>
              </a:ext>
            </a:extLst>
          </p:cNvPr>
          <p:cNvSpPr>
            <a:spLocks noGrp="1"/>
          </p:cNvSpPr>
          <p:nvPr/>
        </p:nvSpPr>
        <p:spPr>
          <a:xfrm>
            <a:off x="4142994" y="3398996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8" name="centered-pose-bone-3:to-anchor">
            <a:extLst>
              <a:ext uri="{FF2B5EF4-FFF2-40B4-BE49-F238E27FC236}">
                <a16:creationId xmlns:a16="http://schemas.microsoft.com/office/drawing/2014/main" id="{38D288E3-063A-4CF5-8858-225AF8010A4D}"/>
              </a:ext>
            </a:extLst>
          </p:cNvPr>
          <p:cNvSpPr>
            <a:spLocks noGrp="1"/>
          </p:cNvSpPr>
          <p:nvPr/>
        </p:nvSpPr>
        <p:spPr>
          <a:xfrm>
            <a:off x="4278725" y="3636264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79" name="centered-pose-bone-3"/>
          <p:cNvCxnSpPr>
            <a:stCxn id="77" idx="3"/>
            <a:endCxn id="78" idx="1"/>
          </p:cNvCxnSpPr>
          <p:nvPr/>
        </p:nvCxnSpPr>
        <p:spPr>
          <a:xfrm>
            <a:off x="4144389" y="3407126"/>
            <a:ext cx="135731" cy="230533"/>
          </a:xfrm>
          <a:prstGeom prst="straightConnector1">
            <a:avLst/>
          </a:prstGeom>
          <a:ln w="25241">
            <a:solidFill>
              <a:srgbClr val="38BDF8"/>
            </a:solidFill>
            <a:prstDash val="solid"/>
          </a:ln>
        </p:spPr>
      </p:cxnSp>
      <p:sp>
        <p:nvSpPr>
          <p:cNvPr id="80" name="centered-pose-bone-4:from-anchor">
            <a:extLst>
              <a:ext uri="{FF2B5EF4-FFF2-40B4-BE49-F238E27FC236}">
                <a16:creationId xmlns:a16="http://schemas.microsoft.com/office/drawing/2014/main" id="{595B799F-A629-43A4-BC9B-61C86C1B44D7}"/>
              </a:ext>
            </a:extLst>
          </p:cNvPr>
          <p:cNvSpPr>
            <a:spLocks noGrp="1"/>
          </p:cNvSpPr>
          <p:nvPr/>
        </p:nvSpPr>
        <p:spPr>
          <a:xfrm>
            <a:off x="4698302" y="3121343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1" name="centered-pose-bone-4:to-anchor">
            <a:extLst>
              <a:ext uri="{FF2B5EF4-FFF2-40B4-BE49-F238E27FC236}">
                <a16:creationId xmlns:a16="http://schemas.microsoft.com/office/drawing/2014/main" id="{5C29A2E7-E3B4-43F9-8296-D83DF9D9B3D8}"/>
              </a:ext>
            </a:extLst>
          </p:cNvPr>
          <p:cNvSpPr>
            <a:spLocks noGrp="1"/>
          </p:cNvSpPr>
          <p:nvPr/>
        </p:nvSpPr>
        <p:spPr>
          <a:xfrm>
            <a:off x="4859274" y="3343466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82" name="centered-pose-bone-4"/>
          <p:cNvCxnSpPr>
            <a:stCxn id="80" idx="3"/>
            <a:endCxn id="81" idx="1"/>
          </p:cNvCxnSpPr>
          <p:nvPr/>
        </p:nvCxnSpPr>
        <p:spPr>
          <a:xfrm>
            <a:off x="4699697" y="3129473"/>
            <a:ext cx="160972" cy="215388"/>
          </a:xfrm>
          <a:prstGeom prst="straightConnector1">
            <a:avLst/>
          </a:prstGeom>
          <a:ln w="25241">
            <a:solidFill>
              <a:srgbClr val="38BDF8"/>
            </a:solidFill>
            <a:prstDash val="solid"/>
          </a:ln>
        </p:spPr>
      </p:cxnSp>
      <p:sp>
        <p:nvSpPr>
          <p:cNvPr id="83" name="centered-pose-bone-5:from-anchor">
            <a:extLst>
              <a:ext uri="{FF2B5EF4-FFF2-40B4-BE49-F238E27FC236}">
                <a16:creationId xmlns:a16="http://schemas.microsoft.com/office/drawing/2014/main" id="{E351D508-1839-4E12-B789-9EB9AB0305B2}"/>
              </a:ext>
            </a:extLst>
          </p:cNvPr>
          <p:cNvSpPr>
            <a:spLocks noGrp="1"/>
          </p:cNvSpPr>
          <p:nvPr/>
        </p:nvSpPr>
        <p:spPr>
          <a:xfrm>
            <a:off x="4849749" y="3343466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4" name="centered-pose-bone-5:to-anchor">
            <a:extLst>
              <a:ext uri="{FF2B5EF4-FFF2-40B4-BE49-F238E27FC236}">
                <a16:creationId xmlns:a16="http://schemas.microsoft.com/office/drawing/2014/main" id="{17028B8D-120D-4AFE-8745-E20A0E46E2E5}"/>
              </a:ext>
            </a:extLst>
          </p:cNvPr>
          <p:cNvSpPr>
            <a:spLocks noGrp="1"/>
          </p:cNvSpPr>
          <p:nvPr/>
        </p:nvSpPr>
        <p:spPr>
          <a:xfrm>
            <a:off x="4970336" y="3550444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85" name="centered-pose-bone-5"/>
          <p:cNvCxnSpPr>
            <a:stCxn id="83" idx="3"/>
            <a:endCxn id="84" idx="1"/>
          </p:cNvCxnSpPr>
          <p:nvPr/>
        </p:nvCxnSpPr>
        <p:spPr>
          <a:xfrm>
            <a:off x="4851144" y="3351596"/>
            <a:ext cx="120587" cy="200243"/>
          </a:xfrm>
          <a:prstGeom prst="straightConnector1">
            <a:avLst/>
          </a:prstGeom>
          <a:ln w="25241">
            <a:solidFill>
              <a:srgbClr val="FB7185"/>
            </a:solidFill>
            <a:prstDash val="solid"/>
          </a:ln>
        </p:spPr>
      </p:cxnSp>
      <p:sp>
        <p:nvSpPr>
          <p:cNvPr id="86" name="centered-pose-bone-6:from-anchor">
            <a:extLst>
              <a:ext uri="{FF2B5EF4-FFF2-40B4-BE49-F238E27FC236}">
                <a16:creationId xmlns:a16="http://schemas.microsoft.com/office/drawing/2014/main" id="{00A47B5C-E1B3-436D-9AFE-F476BCFE0D8A}"/>
              </a:ext>
            </a:extLst>
          </p:cNvPr>
          <p:cNvSpPr>
            <a:spLocks noGrp="1"/>
          </p:cNvSpPr>
          <p:nvPr/>
        </p:nvSpPr>
        <p:spPr>
          <a:xfrm>
            <a:off x="4486275" y="3030474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7" name="centered-pose-bone-6:to-anchor">
            <a:extLst>
              <a:ext uri="{FF2B5EF4-FFF2-40B4-BE49-F238E27FC236}">
                <a16:creationId xmlns:a16="http://schemas.microsoft.com/office/drawing/2014/main" id="{6751A836-4B2C-4A55-959B-DA949CD90000}"/>
              </a:ext>
            </a:extLst>
          </p:cNvPr>
          <p:cNvSpPr>
            <a:spLocks noGrp="1"/>
          </p:cNvSpPr>
          <p:nvPr/>
        </p:nvSpPr>
        <p:spPr>
          <a:xfrm>
            <a:off x="4495800" y="3616071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88" name="centered-pose-bone-6"/>
          <p:cNvCxnSpPr>
            <a:stCxn id="86" idx="3"/>
            <a:endCxn id="87" idx="1"/>
          </p:cNvCxnSpPr>
          <p:nvPr/>
        </p:nvCxnSpPr>
        <p:spPr>
          <a:xfrm>
            <a:off x="4487670" y="3038604"/>
            <a:ext cx="9525" cy="578862"/>
          </a:xfrm>
          <a:prstGeom prst="straightConnector1">
            <a:avLst/>
          </a:prstGeom>
          <a:ln w="25241">
            <a:solidFill>
              <a:srgbClr val="38BDF8"/>
            </a:solidFill>
            <a:prstDash val="solid"/>
          </a:ln>
        </p:spPr>
      </p:cxnSp>
      <p:sp>
        <p:nvSpPr>
          <p:cNvPr id="89" name="centered-pose-bone-7:from-anchor">
            <a:extLst>
              <a:ext uri="{FF2B5EF4-FFF2-40B4-BE49-F238E27FC236}">
                <a16:creationId xmlns:a16="http://schemas.microsoft.com/office/drawing/2014/main" id="{F2ABB6B5-4677-4D9F-9447-AB597255D4C2}"/>
              </a:ext>
            </a:extLst>
          </p:cNvPr>
          <p:cNvSpPr>
            <a:spLocks noGrp="1"/>
          </p:cNvSpPr>
          <p:nvPr/>
        </p:nvSpPr>
        <p:spPr>
          <a:xfrm>
            <a:off x="4495800" y="3616071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0" name="centered-pose-bone-7:to-anchor">
            <a:extLst>
              <a:ext uri="{FF2B5EF4-FFF2-40B4-BE49-F238E27FC236}">
                <a16:creationId xmlns:a16="http://schemas.microsoft.com/office/drawing/2014/main" id="{EBD447FB-E585-4527-A150-B07F132DA9FD}"/>
              </a:ext>
            </a:extLst>
          </p:cNvPr>
          <p:cNvSpPr>
            <a:spLocks noGrp="1"/>
          </p:cNvSpPr>
          <p:nvPr/>
        </p:nvSpPr>
        <p:spPr>
          <a:xfrm>
            <a:off x="4334828" y="3636264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91" name="centered-pose-bone-7"/>
          <p:cNvCxnSpPr>
            <a:stCxn id="89" idx="1"/>
            <a:endCxn id="90" idx="3"/>
          </p:cNvCxnSpPr>
          <p:nvPr/>
        </p:nvCxnSpPr>
        <p:spPr>
          <a:xfrm flipH="1">
            <a:off x="4336223" y="3617466"/>
            <a:ext cx="160972" cy="26928"/>
          </a:xfrm>
          <a:prstGeom prst="straightConnector1">
            <a:avLst/>
          </a:prstGeom>
          <a:ln w="25241">
            <a:solidFill>
              <a:srgbClr val="38BDF8"/>
            </a:solidFill>
            <a:prstDash val="solid"/>
          </a:ln>
        </p:spPr>
      </p:cxnSp>
      <p:sp>
        <p:nvSpPr>
          <p:cNvPr id="92" name="centered-pose-bone-8:from-anchor">
            <a:extLst>
              <a:ext uri="{FF2B5EF4-FFF2-40B4-BE49-F238E27FC236}">
                <a16:creationId xmlns:a16="http://schemas.microsoft.com/office/drawing/2014/main" id="{A3F98D54-D582-4939-9E2D-286663F242C9}"/>
              </a:ext>
            </a:extLst>
          </p:cNvPr>
          <p:cNvSpPr>
            <a:spLocks noGrp="1"/>
          </p:cNvSpPr>
          <p:nvPr/>
        </p:nvSpPr>
        <p:spPr>
          <a:xfrm>
            <a:off x="4486275" y="3616071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3" name="centered-pose-bone-8:to-anchor">
            <a:extLst>
              <a:ext uri="{FF2B5EF4-FFF2-40B4-BE49-F238E27FC236}">
                <a16:creationId xmlns:a16="http://schemas.microsoft.com/office/drawing/2014/main" id="{F1B383CE-ABAE-4853-BB61-873D1D394F5D}"/>
              </a:ext>
            </a:extLst>
          </p:cNvPr>
          <p:cNvSpPr>
            <a:spLocks noGrp="1"/>
          </p:cNvSpPr>
          <p:nvPr/>
        </p:nvSpPr>
        <p:spPr>
          <a:xfrm>
            <a:off x="4647248" y="3636264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94" name="centered-pose-bone-8"/>
          <p:cNvCxnSpPr>
            <a:stCxn id="92" idx="3"/>
            <a:endCxn id="93" idx="1"/>
          </p:cNvCxnSpPr>
          <p:nvPr/>
        </p:nvCxnSpPr>
        <p:spPr>
          <a:xfrm>
            <a:off x="4487670" y="3624201"/>
            <a:ext cx="160973" cy="13458"/>
          </a:xfrm>
          <a:prstGeom prst="straightConnector1">
            <a:avLst/>
          </a:prstGeom>
          <a:ln w="25241">
            <a:solidFill>
              <a:srgbClr val="38BDF8"/>
            </a:solidFill>
            <a:prstDash val="solid"/>
          </a:ln>
        </p:spPr>
      </p:cxnSp>
      <p:sp>
        <p:nvSpPr>
          <p:cNvPr id="95" name="centered-pose-bone-9:from-anchor">
            <a:extLst>
              <a:ext uri="{FF2B5EF4-FFF2-40B4-BE49-F238E27FC236}">
                <a16:creationId xmlns:a16="http://schemas.microsoft.com/office/drawing/2014/main" id="{188A7D37-DAAB-4EE5-B690-C4550D2CAF2A}"/>
              </a:ext>
            </a:extLst>
          </p:cNvPr>
          <p:cNvSpPr>
            <a:spLocks noGrp="1"/>
          </p:cNvSpPr>
          <p:nvPr/>
        </p:nvSpPr>
        <p:spPr>
          <a:xfrm>
            <a:off x="4344353" y="3636264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6" name="centered-pose-bone-9:to-anchor">
            <a:extLst>
              <a:ext uri="{FF2B5EF4-FFF2-40B4-BE49-F238E27FC236}">
                <a16:creationId xmlns:a16="http://schemas.microsoft.com/office/drawing/2014/main" id="{D3A5D90F-774C-4C05-8A8A-F594FCBCE2F0}"/>
              </a:ext>
            </a:extLst>
          </p:cNvPr>
          <p:cNvSpPr>
            <a:spLocks noGrp="1"/>
          </p:cNvSpPr>
          <p:nvPr/>
        </p:nvSpPr>
        <p:spPr>
          <a:xfrm>
            <a:off x="4259104" y="3989642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97" name="centered-pose-bone-9"/>
          <p:cNvCxnSpPr>
            <a:stCxn id="95" idx="1"/>
            <a:endCxn id="96" idx="3"/>
          </p:cNvCxnSpPr>
          <p:nvPr/>
        </p:nvCxnSpPr>
        <p:spPr>
          <a:xfrm flipH="1">
            <a:off x="4260499" y="3637659"/>
            <a:ext cx="85249" cy="360113"/>
          </a:xfrm>
          <a:prstGeom prst="straightConnector1">
            <a:avLst/>
          </a:prstGeom>
          <a:ln w="25241">
            <a:solidFill>
              <a:srgbClr val="38BDF8"/>
            </a:solidFill>
            <a:prstDash val="solid"/>
          </a:ln>
        </p:spPr>
      </p:cxnSp>
      <p:sp>
        <p:nvSpPr>
          <p:cNvPr id="98" name="centered-pose-bone-10:from-anchor">
            <a:extLst>
              <a:ext uri="{FF2B5EF4-FFF2-40B4-BE49-F238E27FC236}">
                <a16:creationId xmlns:a16="http://schemas.microsoft.com/office/drawing/2014/main" id="{DD508E21-6CCB-4946-B0AC-4F5D40CE8493}"/>
              </a:ext>
            </a:extLst>
          </p:cNvPr>
          <p:cNvSpPr>
            <a:spLocks noGrp="1"/>
          </p:cNvSpPr>
          <p:nvPr/>
        </p:nvSpPr>
        <p:spPr>
          <a:xfrm>
            <a:off x="4268629" y="3989642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9" name="centered-pose-bone-10:to-anchor">
            <a:extLst>
              <a:ext uri="{FF2B5EF4-FFF2-40B4-BE49-F238E27FC236}">
                <a16:creationId xmlns:a16="http://schemas.microsoft.com/office/drawing/2014/main" id="{97CF5F62-5BB3-45D0-9533-81175326DA1C}"/>
              </a:ext>
            </a:extLst>
          </p:cNvPr>
          <p:cNvSpPr>
            <a:spLocks noGrp="1"/>
          </p:cNvSpPr>
          <p:nvPr/>
        </p:nvSpPr>
        <p:spPr>
          <a:xfrm>
            <a:off x="4193477" y="431777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100" name="centered-pose-bone-10"/>
          <p:cNvCxnSpPr>
            <a:stCxn id="98" idx="1"/>
            <a:endCxn id="99" idx="3"/>
          </p:cNvCxnSpPr>
          <p:nvPr/>
        </p:nvCxnSpPr>
        <p:spPr>
          <a:xfrm flipH="1">
            <a:off x="4194872" y="3991037"/>
            <a:ext cx="75152" cy="334871"/>
          </a:xfrm>
          <a:prstGeom prst="straightConnector1">
            <a:avLst/>
          </a:prstGeom>
          <a:ln w="25241">
            <a:solidFill>
              <a:srgbClr val="38BDF8"/>
            </a:solidFill>
            <a:prstDash val="solid"/>
          </a:ln>
        </p:spPr>
      </p:cxnSp>
      <p:sp>
        <p:nvSpPr>
          <p:cNvPr id="101" name="centered-pose-bone-11:from-anchor">
            <a:extLst>
              <a:ext uri="{FF2B5EF4-FFF2-40B4-BE49-F238E27FC236}">
                <a16:creationId xmlns:a16="http://schemas.microsoft.com/office/drawing/2014/main" id="{2E575C80-FEDE-4E87-817D-1F71B15B6E60}"/>
              </a:ext>
            </a:extLst>
          </p:cNvPr>
          <p:cNvSpPr>
            <a:spLocks noGrp="1"/>
          </p:cNvSpPr>
          <p:nvPr/>
        </p:nvSpPr>
        <p:spPr>
          <a:xfrm>
            <a:off x="4637723" y="3636264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2" name="centered-pose-bone-11:to-anchor">
            <a:extLst>
              <a:ext uri="{FF2B5EF4-FFF2-40B4-BE49-F238E27FC236}">
                <a16:creationId xmlns:a16="http://schemas.microsoft.com/office/drawing/2014/main" id="{D2001759-3319-483B-9F74-C76A3163AE55}"/>
              </a:ext>
            </a:extLst>
          </p:cNvPr>
          <p:cNvSpPr>
            <a:spLocks noGrp="1"/>
          </p:cNvSpPr>
          <p:nvPr/>
        </p:nvSpPr>
        <p:spPr>
          <a:xfrm>
            <a:off x="4717923" y="3969449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103" name="centered-pose-bone-11"/>
          <p:cNvCxnSpPr>
            <a:stCxn id="101" idx="3"/>
            <a:endCxn id="102" idx="1"/>
          </p:cNvCxnSpPr>
          <p:nvPr/>
        </p:nvCxnSpPr>
        <p:spPr>
          <a:xfrm>
            <a:off x="4639118" y="3644394"/>
            <a:ext cx="80200" cy="326450"/>
          </a:xfrm>
          <a:prstGeom prst="straightConnector1">
            <a:avLst/>
          </a:prstGeom>
          <a:ln w="25241">
            <a:solidFill>
              <a:srgbClr val="38BDF8"/>
            </a:solidFill>
            <a:prstDash val="solid"/>
          </a:ln>
        </p:spPr>
      </p:cxnSp>
      <p:sp>
        <p:nvSpPr>
          <p:cNvPr id="104" name="centered-pose-bone-12:from-anchor">
            <a:extLst>
              <a:ext uri="{FF2B5EF4-FFF2-40B4-BE49-F238E27FC236}">
                <a16:creationId xmlns:a16="http://schemas.microsoft.com/office/drawing/2014/main" id="{E9C6BF4C-9354-49E1-9459-983CD194C9CA}"/>
              </a:ext>
            </a:extLst>
          </p:cNvPr>
          <p:cNvSpPr>
            <a:spLocks noGrp="1"/>
          </p:cNvSpPr>
          <p:nvPr/>
        </p:nvSpPr>
        <p:spPr>
          <a:xfrm>
            <a:off x="4708398" y="3969449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5" name="centered-pose-bone-12:to-anchor">
            <a:extLst>
              <a:ext uri="{FF2B5EF4-FFF2-40B4-BE49-F238E27FC236}">
                <a16:creationId xmlns:a16="http://schemas.microsoft.com/office/drawing/2014/main" id="{E59CE19E-5DA5-4DFD-B508-13C540F006A6}"/>
              </a:ext>
            </a:extLst>
          </p:cNvPr>
          <p:cNvSpPr>
            <a:spLocks noGrp="1"/>
          </p:cNvSpPr>
          <p:nvPr/>
        </p:nvSpPr>
        <p:spPr>
          <a:xfrm>
            <a:off x="4828985" y="4297585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106" name="centered-pose-bone-12"/>
          <p:cNvCxnSpPr>
            <a:stCxn id="104" idx="3"/>
            <a:endCxn id="105" idx="1"/>
          </p:cNvCxnSpPr>
          <p:nvPr/>
        </p:nvCxnSpPr>
        <p:spPr>
          <a:xfrm>
            <a:off x="4709793" y="3977579"/>
            <a:ext cx="120587" cy="321401"/>
          </a:xfrm>
          <a:prstGeom prst="straightConnector1">
            <a:avLst/>
          </a:prstGeom>
          <a:ln w="25241">
            <a:solidFill>
              <a:srgbClr val="38BDF8"/>
            </a:solidFill>
            <a:prstDash val="solid"/>
          </a:ln>
        </p:spPr>
      </p:cxnSp>
      <p:sp>
        <p:nvSpPr>
          <p:cNvPr id="107" name="centered-pose-neck">
            <a:extLst>
              <a:ext uri="{FF2B5EF4-FFF2-40B4-BE49-F238E27FC236}">
                <a16:creationId xmlns:a16="http://schemas.microsoft.com/office/drawing/2014/main" id="{7C4A3D31-5103-4FB3-9D44-71EDB8D703BF}"/>
              </a:ext>
            </a:extLst>
          </p:cNvPr>
          <p:cNvSpPr>
            <a:spLocks noGrp="1"/>
          </p:cNvSpPr>
          <p:nvPr/>
        </p:nvSpPr>
        <p:spPr>
          <a:xfrm>
            <a:off x="4465511" y="3004947"/>
            <a:ext cx="60579" cy="60579"/>
          </a:xfrm>
          <a:prstGeom prst="ellipse">
            <a:avLst/>
          </a:prstGeom>
          <a:solidFill>
            <a:srgbClr val="F8FAF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8" name="centered-pose-ls">
            <a:extLst>
              <a:ext uri="{FF2B5EF4-FFF2-40B4-BE49-F238E27FC236}">
                <a16:creationId xmlns:a16="http://schemas.microsoft.com/office/drawing/2014/main" id="{EAC9D94B-0DA9-477D-9BE0-989490392D28}"/>
              </a:ext>
            </a:extLst>
          </p:cNvPr>
          <p:cNvSpPr>
            <a:spLocks noGrp="1"/>
          </p:cNvSpPr>
          <p:nvPr/>
        </p:nvSpPr>
        <p:spPr>
          <a:xfrm>
            <a:off x="4253484" y="3095816"/>
            <a:ext cx="60579" cy="60579"/>
          </a:xfrm>
          <a:prstGeom prst="ellipse">
            <a:avLst/>
          </a:prstGeom>
          <a:solidFill>
            <a:srgbClr val="F8FAF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9" name="centered-pose-rs">
            <a:extLst>
              <a:ext uri="{FF2B5EF4-FFF2-40B4-BE49-F238E27FC236}">
                <a16:creationId xmlns:a16="http://schemas.microsoft.com/office/drawing/2014/main" id="{509D6267-1EE3-42CC-951B-6C58A1CCF5A7}"/>
              </a:ext>
            </a:extLst>
          </p:cNvPr>
          <p:cNvSpPr>
            <a:spLocks noGrp="1"/>
          </p:cNvSpPr>
          <p:nvPr/>
        </p:nvSpPr>
        <p:spPr>
          <a:xfrm>
            <a:off x="4677537" y="3095816"/>
            <a:ext cx="60579" cy="60579"/>
          </a:xfrm>
          <a:prstGeom prst="ellipse">
            <a:avLst/>
          </a:prstGeom>
          <a:solidFill>
            <a:srgbClr val="F8FAF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0" name="centered-pose-le">
            <a:extLst>
              <a:ext uri="{FF2B5EF4-FFF2-40B4-BE49-F238E27FC236}">
                <a16:creationId xmlns:a16="http://schemas.microsoft.com/office/drawing/2014/main" id="{EC938CE0-5B1F-47C3-BD31-91B5E176D9A5}"/>
              </a:ext>
            </a:extLst>
          </p:cNvPr>
          <p:cNvSpPr>
            <a:spLocks noGrp="1"/>
          </p:cNvSpPr>
          <p:nvPr/>
        </p:nvSpPr>
        <p:spPr>
          <a:xfrm>
            <a:off x="4122229" y="3373469"/>
            <a:ext cx="60579" cy="60579"/>
          </a:xfrm>
          <a:prstGeom prst="ellipse">
            <a:avLst/>
          </a:prstGeom>
          <a:solidFill>
            <a:srgbClr val="F8FAF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1" name="centered-pose-re">
            <a:extLst>
              <a:ext uri="{FF2B5EF4-FFF2-40B4-BE49-F238E27FC236}">
                <a16:creationId xmlns:a16="http://schemas.microsoft.com/office/drawing/2014/main" id="{D90CC8FC-5121-42A0-8F2E-3212242466F8}"/>
              </a:ext>
            </a:extLst>
          </p:cNvPr>
          <p:cNvSpPr>
            <a:spLocks noGrp="1"/>
          </p:cNvSpPr>
          <p:nvPr/>
        </p:nvSpPr>
        <p:spPr>
          <a:xfrm>
            <a:off x="4828985" y="3317938"/>
            <a:ext cx="60579" cy="60579"/>
          </a:xfrm>
          <a:prstGeom prst="ellipse">
            <a:avLst/>
          </a:prstGeom>
          <a:solidFill>
            <a:srgbClr val="F8FAF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2" name="centered-pose-lw">
            <a:extLst>
              <a:ext uri="{FF2B5EF4-FFF2-40B4-BE49-F238E27FC236}">
                <a16:creationId xmlns:a16="http://schemas.microsoft.com/office/drawing/2014/main" id="{065056B8-F5A7-45E8-82AB-6DAC9002F62A}"/>
              </a:ext>
            </a:extLst>
          </p:cNvPr>
          <p:cNvSpPr>
            <a:spLocks noGrp="1"/>
          </p:cNvSpPr>
          <p:nvPr/>
        </p:nvSpPr>
        <p:spPr>
          <a:xfrm>
            <a:off x="4248436" y="3610737"/>
            <a:ext cx="60579" cy="60579"/>
          </a:xfrm>
          <a:prstGeom prst="ellipse">
            <a:avLst/>
          </a:prstGeom>
          <a:solidFill>
            <a:srgbClr val="F8FAF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3" name="centered-pose-rw">
            <a:extLst>
              <a:ext uri="{FF2B5EF4-FFF2-40B4-BE49-F238E27FC236}">
                <a16:creationId xmlns:a16="http://schemas.microsoft.com/office/drawing/2014/main" id="{ED8C17DA-62AB-4DBC-9B6E-D1BEB755367D}"/>
              </a:ext>
            </a:extLst>
          </p:cNvPr>
          <p:cNvSpPr>
            <a:spLocks noGrp="1"/>
          </p:cNvSpPr>
          <p:nvPr/>
        </p:nvSpPr>
        <p:spPr>
          <a:xfrm>
            <a:off x="4940046" y="3524917"/>
            <a:ext cx="60579" cy="60579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4" name="centered-pose-hip">
            <a:extLst>
              <a:ext uri="{FF2B5EF4-FFF2-40B4-BE49-F238E27FC236}">
                <a16:creationId xmlns:a16="http://schemas.microsoft.com/office/drawing/2014/main" id="{97AA069B-2C81-4391-AB41-21EC459CC24D}"/>
              </a:ext>
            </a:extLst>
          </p:cNvPr>
          <p:cNvSpPr>
            <a:spLocks noGrp="1"/>
          </p:cNvSpPr>
          <p:nvPr/>
        </p:nvSpPr>
        <p:spPr>
          <a:xfrm>
            <a:off x="4465511" y="3590544"/>
            <a:ext cx="60579" cy="60579"/>
          </a:xfrm>
          <a:prstGeom prst="ellipse">
            <a:avLst/>
          </a:prstGeom>
          <a:solidFill>
            <a:srgbClr val="F8FAF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5" name="centered-pose-lh">
            <a:extLst>
              <a:ext uri="{FF2B5EF4-FFF2-40B4-BE49-F238E27FC236}">
                <a16:creationId xmlns:a16="http://schemas.microsoft.com/office/drawing/2014/main" id="{AAD628D4-C8F3-4039-89E3-73B3B6BF023E}"/>
              </a:ext>
            </a:extLst>
          </p:cNvPr>
          <p:cNvSpPr>
            <a:spLocks noGrp="1"/>
          </p:cNvSpPr>
          <p:nvPr/>
        </p:nvSpPr>
        <p:spPr>
          <a:xfrm>
            <a:off x="4314063" y="3610737"/>
            <a:ext cx="60579" cy="60579"/>
          </a:xfrm>
          <a:prstGeom prst="ellipse">
            <a:avLst/>
          </a:prstGeom>
          <a:solidFill>
            <a:srgbClr val="F8FAF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6" name="centered-pose-rh">
            <a:extLst>
              <a:ext uri="{FF2B5EF4-FFF2-40B4-BE49-F238E27FC236}">
                <a16:creationId xmlns:a16="http://schemas.microsoft.com/office/drawing/2014/main" id="{547427C7-A3DD-48B6-ACE8-61D048BE5818}"/>
              </a:ext>
            </a:extLst>
          </p:cNvPr>
          <p:cNvSpPr>
            <a:spLocks noGrp="1"/>
          </p:cNvSpPr>
          <p:nvPr/>
        </p:nvSpPr>
        <p:spPr>
          <a:xfrm>
            <a:off x="4616958" y="3610737"/>
            <a:ext cx="60579" cy="60579"/>
          </a:xfrm>
          <a:prstGeom prst="ellipse">
            <a:avLst/>
          </a:prstGeom>
          <a:solidFill>
            <a:srgbClr val="F8FAF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7" name="centered-pose-lk">
            <a:extLst>
              <a:ext uri="{FF2B5EF4-FFF2-40B4-BE49-F238E27FC236}">
                <a16:creationId xmlns:a16="http://schemas.microsoft.com/office/drawing/2014/main" id="{5682A717-2B9D-4A54-971C-546C7FF87CF2}"/>
              </a:ext>
            </a:extLst>
          </p:cNvPr>
          <p:cNvSpPr>
            <a:spLocks noGrp="1"/>
          </p:cNvSpPr>
          <p:nvPr/>
        </p:nvSpPr>
        <p:spPr>
          <a:xfrm>
            <a:off x="4238339" y="3964115"/>
            <a:ext cx="60579" cy="60579"/>
          </a:xfrm>
          <a:prstGeom prst="ellipse">
            <a:avLst/>
          </a:prstGeom>
          <a:solidFill>
            <a:srgbClr val="F8FAF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8" name="centered-pose-rk">
            <a:extLst>
              <a:ext uri="{FF2B5EF4-FFF2-40B4-BE49-F238E27FC236}">
                <a16:creationId xmlns:a16="http://schemas.microsoft.com/office/drawing/2014/main" id="{15CC9D93-E4F3-4472-9B67-1A46A5173C45}"/>
              </a:ext>
            </a:extLst>
          </p:cNvPr>
          <p:cNvSpPr>
            <a:spLocks noGrp="1"/>
          </p:cNvSpPr>
          <p:nvPr/>
        </p:nvSpPr>
        <p:spPr>
          <a:xfrm>
            <a:off x="4687634" y="3943922"/>
            <a:ext cx="60579" cy="60579"/>
          </a:xfrm>
          <a:prstGeom prst="ellipse">
            <a:avLst/>
          </a:prstGeom>
          <a:solidFill>
            <a:srgbClr val="F8FAF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9" name="centered-pose-la">
            <a:extLst>
              <a:ext uri="{FF2B5EF4-FFF2-40B4-BE49-F238E27FC236}">
                <a16:creationId xmlns:a16="http://schemas.microsoft.com/office/drawing/2014/main" id="{BA81B678-FC2B-4617-A693-1A063DE9D04E}"/>
              </a:ext>
            </a:extLst>
          </p:cNvPr>
          <p:cNvSpPr>
            <a:spLocks noGrp="1"/>
          </p:cNvSpPr>
          <p:nvPr/>
        </p:nvSpPr>
        <p:spPr>
          <a:xfrm>
            <a:off x="4172712" y="4292251"/>
            <a:ext cx="60579" cy="60579"/>
          </a:xfrm>
          <a:prstGeom prst="ellipse">
            <a:avLst/>
          </a:prstGeom>
          <a:solidFill>
            <a:srgbClr val="F8FAF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0" name="centered-pose-ra">
            <a:extLst>
              <a:ext uri="{FF2B5EF4-FFF2-40B4-BE49-F238E27FC236}">
                <a16:creationId xmlns:a16="http://schemas.microsoft.com/office/drawing/2014/main" id="{BD0B7D69-3666-4926-8CEE-CC8341F21540}"/>
              </a:ext>
            </a:extLst>
          </p:cNvPr>
          <p:cNvSpPr>
            <a:spLocks noGrp="1"/>
          </p:cNvSpPr>
          <p:nvPr/>
        </p:nvSpPr>
        <p:spPr>
          <a:xfrm>
            <a:off x="4798695" y="4272058"/>
            <a:ext cx="60579" cy="60579"/>
          </a:xfrm>
          <a:prstGeom prst="ellipse">
            <a:avLst/>
          </a:prstGeom>
          <a:solidFill>
            <a:srgbClr val="F8FAF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1" name="scaled-pose-head">
            <a:extLst>
              <a:ext uri="{FF2B5EF4-FFF2-40B4-BE49-F238E27FC236}">
                <a16:creationId xmlns:a16="http://schemas.microsoft.com/office/drawing/2014/main" id="{A6750A76-31D6-4E50-9FE7-76D1E1DC00B2}"/>
              </a:ext>
            </a:extLst>
          </p:cNvPr>
          <p:cNvSpPr>
            <a:spLocks noGrp="1"/>
          </p:cNvSpPr>
          <p:nvPr/>
        </p:nvSpPr>
        <p:spPr>
          <a:xfrm>
            <a:off x="7285387" y="2742438"/>
            <a:ext cx="212027" cy="212027"/>
          </a:xfrm>
          <a:prstGeom prst="ellipse">
            <a:avLst/>
          </a:prstGeom>
          <a:solidFill>
            <a:srgbClr val="111C2E"/>
          </a:solidFill>
          <a:ln w="285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2" name="scaled-pose-bone-0:from-anchor">
            <a:extLst>
              <a:ext uri="{FF2B5EF4-FFF2-40B4-BE49-F238E27FC236}">
                <a16:creationId xmlns:a16="http://schemas.microsoft.com/office/drawing/2014/main" id="{19519D20-6ABE-4793-A689-3B5BBAE1B1F0}"/>
              </a:ext>
            </a:extLst>
          </p:cNvPr>
          <p:cNvSpPr>
            <a:spLocks noGrp="1"/>
          </p:cNvSpPr>
          <p:nvPr/>
        </p:nvSpPr>
        <p:spPr>
          <a:xfrm>
            <a:off x="7391400" y="3030474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3" name="scaled-pose-bone-0:to-anchor">
            <a:extLst>
              <a:ext uri="{FF2B5EF4-FFF2-40B4-BE49-F238E27FC236}">
                <a16:creationId xmlns:a16="http://schemas.microsoft.com/office/drawing/2014/main" id="{D243A44A-3CB0-46BD-93B4-4ED83A09ECE3}"/>
              </a:ext>
            </a:extLst>
          </p:cNvPr>
          <p:cNvSpPr>
            <a:spLocks noGrp="1"/>
          </p:cNvSpPr>
          <p:nvPr/>
        </p:nvSpPr>
        <p:spPr>
          <a:xfrm>
            <a:off x="7169849" y="3121343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124" name="scaled-pose-bone-0"/>
          <p:cNvCxnSpPr>
            <a:stCxn id="122" idx="1"/>
            <a:endCxn id="123" idx="3"/>
          </p:cNvCxnSpPr>
          <p:nvPr/>
        </p:nvCxnSpPr>
        <p:spPr>
          <a:xfrm flipH="1">
            <a:off x="7171244" y="3031869"/>
            <a:ext cx="221551" cy="97604"/>
          </a:xfrm>
          <a:prstGeom prst="straightConnector1">
            <a:avLst/>
          </a:prstGeom>
          <a:ln w="25241">
            <a:solidFill>
              <a:srgbClr val="2DD4BF"/>
            </a:solidFill>
            <a:prstDash val="solid"/>
          </a:ln>
        </p:spPr>
      </p:cxnSp>
      <p:sp>
        <p:nvSpPr>
          <p:cNvPr id="125" name="scaled-pose-bone-1:from-anchor">
            <a:extLst>
              <a:ext uri="{FF2B5EF4-FFF2-40B4-BE49-F238E27FC236}">
                <a16:creationId xmlns:a16="http://schemas.microsoft.com/office/drawing/2014/main" id="{777195DF-E44D-49EC-BC9A-556DD7B875F0}"/>
              </a:ext>
            </a:extLst>
          </p:cNvPr>
          <p:cNvSpPr>
            <a:spLocks noGrp="1"/>
          </p:cNvSpPr>
          <p:nvPr/>
        </p:nvSpPr>
        <p:spPr>
          <a:xfrm>
            <a:off x="7381875" y="3030474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6" name="scaled-pose-bone-1:to-anchor">
            <a:extLst>
              <a:ext uri="{FF2B5EF4-FFF2-40B4-BE49-F238E27FC236}">
                <a16:creationId xmlns:a16="http://schemas.microsoft.com/office/drawing/2014/main" id="{AC46B021-A133-4B18-AC10-14E153C49E6A}"/>
              </a:ext>
            </a:extLst>
          </p:cNvPr>
          <p:cNvSpPr>
            <a:spLocks noGrp="1"/>
          </p:cNvSpPr>
          <p:nvPr/>
        </p:nvSpPr>
        <p:spPr>
          <a:xfrm>
            <a:off x="7603427" y="3121343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127" name="scaled-pose-bone-1"/>
          <p:cNvCxnSpPr>
            <a:stCxn id="125" idx="3"/>
            <a:endCxn id="126" idx="1"/>
          </p:cNvCxnSpPr>
          <p:nvPr/>
        </p:nvCxnSpPr>
        <p:spPr>
          <a:xfrm>
            <a:off x="7383270" y="3038604"/>
            <a:ext cx="221552" cy="84134"/>
          </a:xfrm>
          <a:prstGeom prst="straightConnector1">
            <a:avLst/>
          </a:prstGeom>
          <a:ln w="25241">
            <a:solidFill>
              <a:srgbClr val="2DD4BF"/>
            </a:solidFill>
            <a:prstDash val="solid"/>
          </a:ln>
        </p:spPr>
      </p:cxnSp>
      <p:sp>
        <p:nvSpPr>
          <p:cNvPr id="128" name="scaled-pose-bone-2:from-anchor">
            <a:extLst>
              <a:ext uri="{FF2B5EF4-FFF2-40B4-BE49-F238E27FC236}">
                <a16:creationId xmlns:a16="http://schemas.microsoft.com/office/drawing/2014/main" id="{5AECCADD-26AE-4C9B-96B0-B7D2554D15BB}"/>
              </a:ext>
            </a:extLst>
          </p:cNvPr>
          <p:cNvSpPr>
            <a:spLocks noGrp="1"/>
          </p:cNvSpPr>
          <p:nvPr/>
        </p:nvSpPr>
        <p:spPr>
          <a:xfrm>
            <a:off x="7179374" y="3121343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9" name="scaled-pose-bone-2:to-anchor">
            <a:extLst>
              <a:ext uri="{FF2B5EF4-FFF2-40B4-BE49-F238E27FC236}">
                <a16:creationId xmlns:a16="http://schemas.microsoft.com/office/drawing/2014/main" id="{E6FFAC71-CCD9-4C0E-99E9-E3117500A9D1}"/>
              </a:ext>
            </a:extLst>
          </p:cNvPr>
          <p:cNvSpPr>
            <a:spLocks noGrp="1"/>
          </p:cNvSpPr>
          <p:nvPr/>
        </p:nvSpPr>
        <p:spPr>
          <a:xfrm>
            <a:off x="7038594" y="3398996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130" name="scaled-pose-bone-2"/>
          <p:cNvCxnSpPr>
            <a:stCxn id="128" idx="1"/>
            <a:endCxn id="129" idx="3"/>
          </p:cNvCxnSpPr>
          <p:nvPr/>
        </p:nvCxnSpPr>
        <p:spPr>
          <a:xfrm flipH="1">
            <a:off x="7039989" y="3122738"/>
            <a:ext cx="140780" cy="284388"/>
          </a:xfrm>
          <a:prstGeom prst="straightConnector1">
            <a:avLst/>
          </a:prstGeom>
          <a:ln w="25241">
            <a:solidFill>
              <a:srgbClr val="2DD4BF"/>
            </a:solidFill>
            <a:prstDash val="solid"/>
          </a:ln>
        </p:spPr>
      </p:cxnSp>
      <p:sp>
        <p:nvSpPr>
          <p:cNvPr id="131" name="scaled-pose-bone-3:from-anchor">
            <a:extLst>
              <a:ext uri="{FF2B5EF4-FFF2-40B4-BE49-F238E27FC236}">
                <a16:creationId xmlns:a16="http://schemas.microsoft.com/office/drawing/2014/main" id="{61A05591-6944-4DEB-82BE-F7E55C5E27F4}"/>
              </a:ext>
            </a:extLst>
          </p:cNvPr>
          <p:cNvSpPr>
            <a:spLocks noGrp="1"/>
          </p:cNvSpPr>
          <p:nvPr/>
        </p:nvSpPr>
        <p:spPr>
          <a:xfrm>
            <a:off x="7038594" y="3398996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2" name="scaled-pose-bone-3:to-anchor">
            <a:extLst>
              <a:ext uri="{FF2B5EF4-FFF2-40B4-BE49-F238E27FC236}">
                <a16:creationId xmlns:a16="http://schemas.microsoft.com/office/drawing/2014/main" id="{9F35AA69-4075-4FE1-A0BE-12E2FC2C9EFF}"/>
              </a:ext>
            </a:extLst>
          </p:cNvPr>
          <p:cNvSpPr>
            <a:spLocks noGrp="1"/>
          </p:cNvSpPr>
          <p:nvPr/>
        </p:nvSpPr>
        <p:spPr>
          <a:xfrm>
            <a:off x="7174325" y="3636264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133" name="scaled-pose-bone-3"/>
          <p:cNvCxnSpPr>
            <a:stCxn id="131" idx="3"/>
            <a:endCxn id="132" idx="1"/>
          </p:cNvCxnSpPr>
          <p:nvPr/>
        </p:nvCxnSpPr>
        <p:spPr>
          <a:xfrm>
            <a:off x="7039989" y="3407126"/>
            <a:ext cx="135731" cy="230533"/>
          </a:xfrm>
          <a:prstGeom prst="straightConnector1">
            <a:avLst/>
          </a:prstGeom>
          <a:ln w="25241">
            <a:solidFill>
              <a:srgbClr val="2DD4BF"/>
            </a:solidFill>
            <a:prstDash val="solid"/>
          </a:ln>
        </p:spPr>
      </p:cxnSp>
      <p:sp>
        <p:nvSpPr>
          <p:cNvPr id="134" name="scaled-pose-bone-4:from-anchor">
            <a:extLst>
              <a:ext uri="{FF2B5EF4-FFF2-40B4-BE49-F238E27FC236}">
                <a16:creationId xmlns:a16="http://schemas.microsoft.com/office/drawing/2014/main" id="{1ED673BF-B547-4617-8E5B-50631CFFE9BB}"/>
              </a:ext>
            </a:extLst>
          </p:cNvPr>
          <p:cNvSpPr>
            <a:spLocks noGrp="1"/>
          </p:cNvSpPr>
          <p:nvPr/>
        </p:nvSpPr>
        <p:spPr>
          <a:xfrm>
            <a:off x="7593902" y="3121343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5" name="scaled-pose-bone-4:to-anchor">
            <a:extLst>
              <a:ext uri="{FF2B5EF4-FFF2-40B4-BE49-F238E27FC236}">
                <a16:creationId xmlns:a16="http://schemas.microsoft.com/office/drawing/2014/main" id="{B0CD5ED7-46DB-4C93-82CE-FF2A2C725C4C}"/>
              </a:ext>
            </a:extLst>
          </p:cNvPr>
          <p:cNvSpPr>
            <a:spLocks noGrp="1"/>
          </p:cNvSpPr>
          <p:nvPr/>
        </p:nvSpPr>
        <p:spPr>
          <a:xfrm>
            <a:off x="7754874" y="3343466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136" name="scaled-pose-bone-4"/>
          <p:cNvCxnSpPr>
            <a:stCxn id="134" idx="3"/>
            <a:endCxn id="135" idx="1"/>
          </p:cNvCxnSpPr>
          <p:nvPr/>
        </p:nvCxnSpPr>
        <p:spPr>
          <a:xfrm>
            <a:off x="7595297" y="3129473"/>
            <a:ext cx="160972" cy="215388"/>
          </a:xfrm>
          <a:prstGeom prst="straightConnector1">
            <a:avLst/>
          </a:prstGeom>
          <a:ln w="25241">
            <a:solidFill>
              <a:srgbClr val="2DD4BF"/>
            </a:solidFill>
            <a:prstDash val="solid"/>
          </a:ln>
        </p:spPr>
      </p:cxnSp>
      <p:sp>
        <p:nvSpPr>
          <p:cNvPr id="137" name="scaled-pose-bone-5:from-anchor">
            <a:extLst>
              <a:ext uri="{FF2B5EF4-FFF2-40B4-BE49-F238E27FC236}">
                <a16:creationId xmlns:a16="http://schemas.microsoft.com/office/drawing/2014/main" id="{A367C705-9F40-408F-91FE-167234FC5AE7}"/>
              </a:ext>
            </a:extLst>
          </p:cNvPr>
          <p:cNvSpPr>
            <a:spLocks noGrp="1"/>
          </p:cNvSpPr>
          <p:nvPr/>
        </p:nvSpPr>
        <p:spPr>
          <a:xfrm>
            <a:off x="7745349" y="3343466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8" name="scaled-pose-bone-5:to-anchor">
            <a:extLst>
              <a:ext uri="{FF2B5EF4-FFF2-40B4-BE49-F238E27FC236}">
                <a16:creationId xmlns:a16="http://schemas.microsoft.com/office/drawing/2014/main" id="{35C61097-B47B-463B-B4D9-83E9A25D574F}"/>
              </a:ext>
            </a:extLst>
          </p:cNvPr>
          <p:cNvSpPr>
            <a:spLocks noGrp="1"/>
          </p:cNvSpPr>
          <p:nvPr/>
        </p:nvSpPr>
        <p:spPr>
          <a:xfrm>
            <a:off x="7865936" y="3550444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139" name="scaled-pose-bone-5"/>
          <p:cNvCxnSpPr>
            <a:stCxn id="137" idx="3"/>
            <a:endCxn id="138" idx="1"/>
          </p:cNvCxnSpPr>
          <p:nvPr/>
        </p:nvCxnSpPr>
        <p:spPr>
          <a:xfrm>
            <a:off x="7746744" y="3351596"/>
            <a:ext cx="120587" cy="200243"/>
          </a:xfrm>
          <a:prstGeom prst="straightConnector1">
            <a:avLst/>
          </a:prstGeom>
          <a:ln w="25241">
            <a:solidFill>
              <a:srgbClr val="FB7185"/>
            </a:solidFill>
            <a:prstDash val="solid"/>
          </a:ln>
        </p:spPr>
      </p:cxnSp>
      <p:sp>
        <p:nvSpPr>
          <p:cNvPr id="140" name="scaled-pose-bone-6:from-anchor">
            <a:extLst>
              <a:ext uri="{FF2B5EF4-FFF2-40B4-BE49-F238E27FC236}">
                <a16:creationId xmlns:a16="http://schemas.microsoft.com/office/drawing/2014/main" id="{6635DBB0-224D-416E-A5AC-C3F7DE500E3A}"/>
              </a:ext>
            </a:extLst>
          </p:cNvPr>
          <p:cNvSpPr>
            <a:spLocks noGrp="1"/>
          </p:cNvSpPr>
          <p:nvPr/>
        </p:nvSpPr>
        <p:spPr>
          <a:xfrm>
            <a:off x="7381875" y="3030474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1" name="scaled-pose-bone-6:to-anchor">
            <a:extLst>
              <a:ext uri="{FF2B5EF4-FFF2-40B4-BE49-F238E27FC236}">
                <a16:creationId xmlns:a16="http://schemas.microsoft.com/office/drawing/2014/main" id="{D1C131EB-EEA0-4640-8122-622EE38A7377}"/>
              </a:ext>
            </a:extLst>
          </p:cNvPr>
          <p:cNvSpPr>
            <a:spLocks noGrp="1"/>
          </p:cNvSpPr>
          <p:nvPr/>
        </p:nvSpPr>
        <p:spPr>
          <a:xfrm>
            <a:off x="7391400" y="3616071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142" name="scaled-pose-bone-6"/>
          <p:cNvCxnSpPr>
            <a:stCxn id="140" idx="3"/>
            <a:endCxn id="141" idx="1"/>
          </p:cNvCxnSpPr>
          <p:nvPr/>
        </p:nvCxnSpPr>
        <p:spPr>
          <a:xfrm>
            <a:off x="7383270" y="3038604"/>
            <a:ext cx="9525" cy="578862"/>
          </a:xfrm>
          <a:prstGeom prst="straightConnector1">
            <a:avLst/>
          </a:prstGeom>
          <a:ln w="25241">
            <a:solidFill>
              <a:srgbClr val="2DD4BF"/>
            </a:solidFill>
            <a:prstDash val="solid"/>
          </a:ln>
        </p:spPr>
      </p:cxnSp>
      <p:sp>
        <p:nvSpPr>
          <p:cNvPr id="143" name="scaled-pose-bone-7:from-anchor">
            <a:extLst>
              <a:ext uri="{FF2B5EF4-FFF2-40B4-BE49-F238E27FC236}">
                <a16:creationId xmlns:a16="http://schemas.microsoft.com/office/drawing/2014/main" id="{9CE059C7-706E-4BA0-9988-215CF9C67827}"/>
              </a:ext>
            </a:extLst>
          </p:cNvPr>
          <p:cNvSpPr>
            <a:spLocks noGrp="1"/>
          </p:cNvSpPr>
          <p:nvPr/>
        </p:nvSpPr>
        <p:spPr>
          <a:xfrm>
            <a:off x="7391400" y="3616071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4" name="scaled-pose-bone-7:to-anchor">
            <a:extLst>
              <a:ext uri="{FF2B5EF4-FFF2-40B4-BE49-F238E27FC236}">
                <a16:creationId xmlns:a16="http://schemas.microsoft.com/office/drawing/2014/main" id="{BB706416-7EF6-458E-816D-E40617328DEA}"/>
              </a:ext>
            </a:extLst>
          </p:cNvPr>
          <p:cNvSpPr>
            <a:spLocks noGrp="1"/>
          </p:cNvSpPr>
          <p:nvPr/>
        </p:nvSpPr>
        <p:spPr>
          <a:xfrm>
            <a:off x="7230428" y="3636264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145" name="scaled-pose-bone-7"/>
          <p:cNvCxnSpPr>
            <a:stCxn id="143" idx="1"/>
            <a:endCxn id="144" idx="3"/>
          </p:cNvCxnSpPr>
          <p:nvPr/>
        </p:nvCxnSpPr>
        <p:spPr>
          <a:xfrm flipH="1">
            <a:off x="7231823" y="3617466"/>
            <a:ext cx="160972" cy="26928"/>
          </a:xfrm>
          <a:prstGeom prst="straightConnector1">
            <a:avLst/>
          </a:prstGeom>
          <a:ln w="25241">
            <a:solidFill>
              <a:srgbClr val="2DD4BF"/>
            </a:solidFill>
            <a:prstDash val="solid"/>
          </a:ln>
        </p:spPr>
      </p:cxnSp>
      <p:sp>
        <p:nvSpPr>
          <p:cNvPr id="146" name="scaled-pose-bone-8:from-anchor">
            <a:extLst>
              <a:ext uri="{FF2B5EF4-FFF2-40B4-BE49-F238E27FC236}">
                <a16:creationId xmlns:a16="http://schemas.microsoft.com/office/drawing/2014/main" id="{21EBA511-FBB9-4721-9842-A28CD982C9C0}"/>
              </a:ext>
            </a:extLst>
          </p:cNvPr>
          <p:cNvSpPr>
            <a:spLocks noGrp="1"/>
          </p:cNvSpPr>
          <p:nvPr/>
        </p:nvSpPr>
        <p:spPr>
          <a:xfrm>
            <a:off x="7381875" y="3616071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7" name="scaled-pose-bone-8:to-anchor">
            <a:extLst>
              <a:ext uri="{FF2B5EF4-FFF2-40B4-BE49-F238E27FC236}">
                <a16:creationId xmlns:a16="http://schemas.microsoft.com/office/drawing/2014/main" id="{05D604B6-3755-4C86-9245-5FEF1776C6A5}"/>
              </a:ext>
            </a:extLst>
          </p:cNvPr>
          <p:cNvSpPr>
            <a:spLocks noGrp="1"/>
          </p:cNvSpPr>
          <p:nvPr/>
        </p:nvSpPr>
        <p:spPr>
          <a:xfrm>
            <a:off x="7542848" y="3636264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148" name="scaled-pose-bone-8"/>
          <p:cNvCxnSpPr>
            <a:stCxn id="146" idx="3"/>
            <a:endCxn id="147" idx="1"/>
          </p:cNvCxnSpPr>
          <p:nvPr/>
        </p:nvCxnSpPr>
        <p:spPr>
          <a:xfrm>
            <a:off x="7383270" y="3624201"/>
            <a:ext cx="160973" cy="13458"/>
          </a:xfrm>
          <a:prstGeom prst="straightConnector1">
            <a:avLst/>
          </a:prstGeom>
          <a:ln w="25241">
            <a:solidFill>
              <a:srgbClr val="2DD4BF"/>
            </a:solidFill>
            <a:prstDash val="solid"/>
          </a:ln>
        </p:spPr>
      </p:cxnSp>
      <p:sp>
        <p:nvSpPr>
          <p:cNvPr id="149" name="scaled-pose-bone-9:from-anchor">
            <a:extLst>
              <a:ext uri="{FF2B5EF4-FFF2-40B4-BE49-F238E27FC236}">
                <a16:creationId xmlns:a16="http://schemas.microsoft.com/office/drawing/2014/main" id="{3E6B264D-1561-49CB-A704-17FCF935B987}"/>
              </a:ext>
            </a:extLst>
          </p:cNvPr>
          <p:cNvSpPr>
            <a:spLocks noGrp="1"/>
          </p:cNvSpPr>
          <p:nvPr/>
        </p:nvSpPr>
        <p:spPr>
          <a:xfrm>
            <a:off x="7239953" y="3636264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0" name="scaled-pose-bone-9:to-anchor">
            <a:extLst>
              <a:ext uri="{FF2B5EF4-FFF2-40B4-BE49-F238E27FC236}">
                <a16:creationId xmlns:a16="http://schemas.microsoft.com/office/drawing/2014/main" id="{E8D48F88-04B2-4A85-B96B-633B4AC7E873}"/>
              </a:ext>
            </a:extLst>
          </p:cNvPr>
          <p:cNvSpPr>
            <a:spLocks noGrp="1"/>
          </p:cNvSpPr>
          <p:nvPr/>
        </p:nvSpPr>
        <p:spPr>
          <a:xfrm>
            <a:off x="7154704" y="3989642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151" name="scaled-pose-bone-9"/>
          <p:cNvCxnSpPr>
            <a:stCxn id="149" idx="1"/>
            <a:endCxn id="150" idx="3"/>
          </p:cNvCxnSpPr>
          <p:nvPr/>
        </p:nvCxnSpPr>
        <p:spPr>
          <a:xfrm flipH="1">
            <a:off x="7156099" y="3637659"/>
            <a:ext cx="85249" cy="360113"/>
          </a:xfrm>
          <a:prstGeom prst="straightConnector1">
            <a:avLst/>
          </a:prstGeom>
          <a:ln w="25241">
            <a:solidFill>
              <a:srgbClr val="2DD4BF"/>
            </a:solidFill>
            <a:prstDash val="solid"/>
          </a:ln>
        </p:spPr>
      </p:cxnSp>
      <p:sp>
        <p:nvSpPr>
          <p:cNvPr id="152" name="scaled-pose-bone-10:from-anchor">
            <a:extLst>
              <a:ext uri="{FF2B5EF4-FFF2-40B4-BE49-F238E27FC236}">
                <a16:creationId xmlns:a16="http://schemas.microsoft.com/office/drawing/2014/main" id="{4D710DFB-6FD9-4858-978A-BFE1AE57F43F}"/>
              </a:ext>
            </a:extLst>
          </p:cNvPr>
          <p:cNvSpPr>
            <a:spLocks noGrp="1"/>
          </p:cNvSpPr>
          <p:nvPr/>
        </p:nvSpPr>
        <p:spPr>
          <a:xfrm>
            <a:off x="7164229" y="3989642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3" name="scaled-pose-bone-10:to-anchor">
            <a:extLst>
              <a:ext uri="{FF2B5EF4-FFF2-40B4-BE49-F238E27FC236}">
                <a16:creationId xmlns:a16="http://schemas.microsoft.com/office/drawing/2014/main" id="{09A4EF18-1D4E-4C37-8C29-A42E95010D0E}"/>
              </a:ext>
            </a:extLst>
          </p:cNvPr>
          <p:cNvSpPr>
            <a:spLocks noGrp="1"/>
          </p:cNvSpPr>
          <p:nvPr/>
        </p:nvSpPr>
        <p:spPr>
          <a:xfrm>
            <a:off x="7089077" y="431777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154" name="scaled-pose-bone-10"/>
          <p:cNvCxnSpPr>
            <a:stCxn id="152" idx="1"/>
            <a:endCxn id="153" idx="3"/>
          </p:cNvCxnSpPr>
          <p:nvPr/>
        </p:nvCxnSpPr>
        <p:spPr>
          <a:xfrm flipH="1">
            <a:off x="7090472" y="3991037"/>
            <a:ext cx="75152" cy="334871"/>
          </a:xfrm>
          <a:prstGeom prst="straightConnector1">
            <a:avLst/>
          </a:prstGeom>
          <a:ln w="25241">
            <a:solidFill>
              <a:srgbClr val="2DD4BF"/>
            </a:solidFill>
            <a:prstDash val="solid"/>
          </a:ln>
        </p:spPr>
      </p:cxnSp>
      <p:sp>
        <p:nvSpPr>
          <p:cNvPr id="155" name="scaled-pose-bone-11:from-anchor">
            <a:extLst>
              <a:ext uri="{FF2B5EF4-FFF2-40B4-BE49-F238E27FC236}">
                <a16:creationId xmlns:a16="http://schemas.microsoft.com/office/drawing/2014/main" id="{42469888-FC4C-486D-993C-B90ABC7D3AB0}"/>
              </a:ext>
            </a:extLst>
          </p:cNvPr>
          <p:cNvSpPr>
            <a:spLocks noGrp="1"/>
          </p:cNvSpPr>
          <p:nvPr/>
        </p:nvSpPr>
        <p:spPr>
          <a:xfrm>
            <a:off x="7533323" y="3636264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6" name="scaled-pose-bone-11:to-anchor">
            <a:extLst>
              <a:ext uri="{FF2B5EF4-FFF2-40B4-BE49-F238E27FC236}">
                <a16:creationId xmlns:a16="http://schemas.microsoft.com/office/drawing/2014/main" id="{1FA80597-467A-4A1B-9CC9-1E9985189EFD}"/>
              </a:ext>
            </a:extLst>
          </p:cNvPr>
          <p:cNvSpPr>
            <a:spLocks noGrp="1"/>
          </p:cNvSpPr>
          <p:nvPr/>
        </p:nvSpPr>
        <p:spPr>
          <a:xfrm>
            <a:off x="7613523" y="3969449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157" name="scaled-pose-bone-11"/>
          <p:cNvCxnSpPr>
            <a:stCxn id="155" idx="3"/>
            <a:endCxn id="156" idx="1"/>
          </p:cNvCxnSpPr>
          <p:nvPr/>
        </p:nvCxnSpPr>
        <p:spPr>
          <a:xfrm>
            <a:off x="7534718" y="3644394"/>
            <a:ext cx="80200" cy="326450"/>
          </a:xfrm>
          <a:prstGeom prst="straightConnector1">
            <a:avLst/>
          </a:prstGeom>
          <a:ln w="25241">
            <a:solidFill>
              <a:srgbClr val="2DD4BF"/>
            </a:solidFill>
            <a:prstDash val="solid"/>
          </a:ln>
        </p:spPr>
      </p:cxnSp>
      <p:sp>
        <p:nvSpPr>
          <p:cNvPr id="158" name="scaled-pose-bone-12:from-anchor">
            <a:extLst>
              <a:ext uri="{FF2B5EF4-FFF2-40B4-BE49-F238E27FC236}">
                <a16:creationId xmlns:a16="http://schemas.microsoft.com/office/drawing/2014/main" id="{9BE5DD16-DCA7-41EB-965D-36532655B15A}"/>
              </a:ext>
            </a:extLst>
          </p:cNvPr>
          <p:cNvSpPr>
            <a:spLocks noGrp="1"/>
          </p:cNvSpPr>
          <p:nvPr/>
        </p:nvSpPr>
        <p:spPr>
          <a:xfrm>
            <a:off x="7603998" y="3969449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9" name="scaled-pose-bone-12:to-anchor">
            <a:extLst>
              <a:ext uri="{FF2B5EF4-FFF2-40B4-BE49-F238E27FC236}">
                <a16:creationId xmlns:a16="http://schemas.microsoft.com/office/drawing/2014/main" id="{B1A07DD5-6467-436D-90E3-7D8E727F04C8}"/>
              </a:ext>
            </a:extLst>
          </p:cNvPr>
          <p:cNvSpPr>
            <a:spLocks noGrp="1"/>
          </p:cNvSpPr>
          <p:nvPr/>
        </p:nvSpPr>
        <p:spPr>
          <a:xfrm>
            <a:off x="7724585" y="4297585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160" name="scaled-pose-bone-12"/>
          <p:cNvCxnSpPr>
            <a:stCxn id="158" idx="3"/>
            <a:endCxn id="159" idx="1"/>
          </p:cNvCxnSpPr>
          <p:nvPr/>
        </p:nvCxnSpPr>
        <p:spPr>
          <a:xfrm>
            <a:off x="7605393" y="3977579"/>
            <a:ext cx="120587" cy="321401"/>
          </a:xfrm>
          <a:prstGeom prst="straightConnector1">
            <a:avLst/>
          </a:prstGeom>
          <a:ln w="25241">
            <a:solidFill>
              <a:srgbClr val="2DD4BF"/>
            </a:solidFill>
            <a:prstDash val="solid"/>
          </a:ln>
        </p:spPr>
      </p:cxnSp>
      <p:sp>
        <p:nvSpPr>
          <p:cNvPr id="161" name="scaled-pose-neck">
            <a:extLst>
              <a:ext uri="{FF2B5EF4-FFF2-40B4-BE49-F238E27FC236}">
                <a16:creationId xmlns:a16="http://schemas.microsoft.com/office/drawing/2014/main" id="{71DB43E3-885F-461D-9E0D-A8821FC19F0A}"/>
              </a:ext>
            </a:extLst>
          </p:cNvPr>
          <p:cNvSpPr>
            <a:spLocks noGrp="1"/>
          </p:cNvSpPr>
          <p:nvPr/>
        </p:nvSpPr>
        <p:spPr>
          <a:xfrm>
            <a:off x="7361111" y="3004947"/>
            <a:ext cx="60579" cy="60579"/>
          </a:xfrm>
          <a:prstGeom prst="ellipse">
            <a:avLst/>
          </a:prstGeom>
          <a:solidFill>
            <a:srgbClr val="F8FAF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2" name="scaled-pose-ls">
            <a:extLst>
              <a:ext uri="{FF2B5EF4-FFF2-40B4-BE49-F238E27FC236}">
                <a16:creationId xmlns:a16="http://schemas.microsoft.com/office/drawing/2014/main" id="{74005F97-4E81-45BA-9CE6-85B71BED0297}"/>
              </a:ext>
            </a:extLst>
          </p:cNvPr>
          <p:cNvSpPr>
            <a:spLocks noGrp="1"/>
          </p:cNvSpPr>
          <p:nvPr/>
        </p:nvSpPr>
        <p:spPr>
          <a:xfrm>
            <a:off x="7149084" y="3095816"/>
            <a:ext cx="60579" cy="60579"/>
          </a:xfrm>
          <a:prstGeom prst="ellipse">
            <a:avLst/>
          </a:prstGeom>
          <a:solidFill>
            <a:srgbClr val="F8FAF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3" name="scaled-pose-rs">
            <a:extLst>
              <a:ext uri="{FF2B5EF4-FFF2-40B4-BE49-F238E27FC236}">
                <a16:creationId xmlns:a16="http://schemas.microsoft.com/office/drawing/2014/main" id="{D8B1F843-ADA3-4F46-9158-DBA7E700CD97}"/>
              </a:ext>
            </a:extLst>
          </p:cNvPr>
          <p:cNvSpPr>
            <a:spLocks noGrp="1"/>
          </p:cNvSpPr>
          <p:nvPr/>
        </p:nvSpPr>
        <p:spPr>
          <a:xfrm>
            <a:off x="7573137" y="3095816"/>
            <a:ext cx="60579" cy="60579"/>
          </a:xfrm>
          <a:prstGeom prst="ellipse">
            <a:avLst/>
          </a:prstGeom>
          <a:solidFill>
            <a:srgbClr val="F8FAF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4" name="scaled-pose-le">
            <a:extLst>
              <a:ext uri="{FF2B5EF4-FFF2-40B4-BE49-F238E27FC236}">
                <a16:creationId xmlns:a16="http://schemas.microsoft.com/office/drawing/2014/main" id="{C05238E8-CCAE-4101-9947-E0707AD96A16}"/>
              </a:ext>
            </a:extLst>
          </p:cNvPr>
          <p:cNvSpPr>
            <a:spLocks noGrp="1"/>
          </p:cNvSpPr>
          <p:nvPr/>
        </p:nvSpPr>
        <p:spPr>
          <a:xfrm>
            <a:off x="7017830" y="3373469"/>
            <a:ext cx="60579" cy="60579"/>
          </a:xfrm>
          <a:prstGeom prst="ellipse">
            <a:avLst/>
          </a:prstGeom>
          <a:solidFill>
            <a:srgbClr val="F8FAF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5" name="scaled-pose-re">
            <a:extLst>
              <a:ext uri="{FF2B5EF4-FFF2-40B4-BE49-F238E27FC236}">
                <a16:creationId xmlns:a16="http://schemas.microsoft.com/office/drawing/2014/main" id="{543834F6-5DD1-4C44-962E-730CE8DA55BB}"/>
              </a:ext>
            </a:extLst>
          </p:cNvPr>
          <p:cNvSpPr>
            <a:spLocks noGrp="1"/>
          </p:cNvSpPr>
          <p:nvPr/>
        </p:nvSpPr>
        <p:spPr>
          <a:xfrm>
            <a:off x="7724585" y="3317938"/>
            <a:ext cx="60579" cy="60579"/>
          </a:xfrm>
          <a:prstGeom prst="ellipse">
            <a:avLst/>
          </a:prstGeom>
          <a:solidFill>
            <a:srgbClr val="F8FAF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6" name="scaled-pose-lw">
            <a:extLst>
              <a:ext uri="{FF2B5EF4-FFF2-40B4-BE49-F238E27FC236}">
                <a16:creationId xmlns:a16="http://schemas.microsoft.com/office/drawing/2014/main" id="{36DCE8AC-806A-43C3-9C6C-CC520A544E64}"/>
              </a:ext>
            </a:extLst>
          </p:cNvPr>
          <p:cNvSpPr>
            <a:spLocks noGrp="1"/>
          </p:cNvSpPr>
          <p:nvPr/>
        </p:nvSpPr>
        <p:spPr>
          <a:xfrm>
            <a:off x="7144036" y="3610737"/>
            <a:ext cx="60579" cy="60579"/>
          </a:xfrm>
          <a:prstGeom prst="ellipse">
            <a:avLst/>
          </a:prstGeom>
          <a:solidFill>
            <a:srgbClr val="F8FAF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7" name="scaled-pose-rw">
            <a:extLst>
              <a:ext uri="{FF2B5EF4-FFF2-40B4-BE49-F238E27FC236}">
                <a16:creationId xmlns:a16="http://schemas.microsoft.com/office/drawing/2014/main" id="{38084BBD-3027-412B-9654-F3AC29F685D9}"/>
              </a:ext>
            </a:extLst>
          </p:cNvPr>
          <p:cNvSpPr>
            <a:spLocks noGrp="1"/>
          </p:cNvSpPr>
          <p:nvPr/>
        </p:nvSpPr>
        <p:spPr>
          <a:xfrm>
            <a:off x="7835646" y="3524917"/>
            <a:ext cx="60579" cy="60579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8" name="scaled-pose-hip">
            <a:extLst>
              <a:ext uri="{FF2B5EF4-FFF2-40B4-BE49-F238E27FC236}">
                <a16:creationId xmlns:a16="http://schemas.microsoft.com/office/drawing/2014/main" id="{92B495B6-4373-4FDD-BD21-CE8A1F498148}"/>
              </a:ext>
            </a:extLst>
          </p:cNvPr>
          <p:cNvSpPr>
            <a:spLocks noGrp="1"/>
          </p:cNvSpPr>
          <p:nvPr/>
        </p:nvSpPr>
        <p:spPr>
          <a:xfrm>
            <a:off x="7361111" y="3590544"/>
            <a:ext cx="60579" cy="60579"/>
          </a:xfrm>
          <a:prstGeom prst="ellipse">
            <a:avLst/>
          </a:prstGeom>
          <a:solidFill>
            <a:srgbClr val="F8FAF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9" name="scaled-pose-lh">
            <a:extLst>
              <a:ext uri="{FF2B5EF4-FFF2-40B4-BE49-F238E27FC236}">
                <a16:creationId xmlns:a16="http://schemas.microsoft.com/office/drawing/2014/main" id="{3E8F83E1-668E-4ADF-A9B4-947EC7A69A67}"/>
              </a:ext>
            </a:extLst>
          </p:cNvPr>
          <p:cNvSpPr>
            <a:spLocks noGrp="1"/>
          </p:cNvSpPr>
          <p:nvPr/>
        </p:nvSpPr>
        <p:spPr>
          <a:xfrm>
            <a:off x="7209663" y="3610737"/>
            <a:ext cx="60579" cy="60579"/>
          </a:xfrm>
          <a:prstGeom prst="ellipse">
            <a:avLst/>
          </a:prstGeom>
          <a:solidFill>
            <a:srgbClr val="F8FAF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0" name="scaled-pose-rh">
            <a:extLst>
              <a:ext uri="{FF2B5EF4-FFF2-40B4-BE49-F238E27FC236}">
                <a16:creationId xmlns:a16="http://schemas.microsoft.com/office/drawing/2014/main" id="{CBF74CB1-C8FB-4D9A-A3C3-35C4D32D71A9}"/>
              </a:ext>
            </a:extLst>
          </p:cNvPr>
          <p:cNvSpPr>
            <a:spLocks noGrp="1"/>
          </p:cNvSpPr>
          <p:nvPr/>
        </p:nvSpPr>
        <p:spPr>
          <a:xfrm>
            <a:off x="7512558" y="3610737"/>
            <a:ext cx="60579" cy="60579"/>
          </a:xfrm>
          <a:prstGeom prst="ellipse">
            <a:avLst/>
          </a:prstGeom>
          <a:solidFill>
            <a:srgbClr val="F8FAF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1" name="scaled-pose-lk">
            <a:extLst>
              <a:ext uri="{FF2B5EF4-FFF2-40B4-BE49-F238E27FC236}">
                <a16:creationId xmlns:a16="http://schemas.microsoft.com/office/drawing/2014/main" id="{029B987C-531E-4917-B040-D6096D13B3F3}"/>
              </a:ext>
            </a:extLst>
          </p:cNvPr>
          <p:cNvSpPr>
            <a:spLocks noGrp="1"/>
          </p:cNvSpPr>
          <p:nvPr/>
        </p:nvSpPr>
        <p:spPr>
          <a:xfrm>
            <a:off x="7133939" y="3964115"/>
            <a:ext cx="60579" cy="60579"/>
          </a:xfrm>
          <a:prstGeom prst="ellipse">
            <a:avLst/>
          </a:prstGeom>
          <a:solidFill>
            <a:srgbClr val="F8FAF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2" name="scaled-pose-rk">
            <a:extLst>
              <a:ext uri="{FF2B5EF4-FFF2-40B4-BE49-F238E27FC236}">
                <a16:creationId xmlns:a16="http://schemas.microsoft.com/office/drawing/2014/main" id="{F5A76EB9-5223-4E40-AA63-705223C2602F}"/>
              </a:ext>
            </a:extLst>
          </p:cNvPr>
          <p:cNvSpPr>
            <a:spLocks noGrp="1"/>
          </p:cNvSpPr>
          <p:nvPr/>
        </p:nvSpPr>
        <p:spPr>
          <a:xfrm>
            <a:off x="7583234" y="3943922"/>
            <a:ext cx="60579" cy="60579"/>
          </a:xfrm>
          <a:prstGeom prst="ellipse">
            <a:avLst/>
          </a:prstGeom>
          <a:solidFill>
            <a:srgbClr val="F8FAF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3" name="scaled-pose-la">
            <a:extLst>
              <a:ext uri="{FF2B5EF4-FFF2-40B4-BE49-F238E27FC236}">
                <a16:creationId xmlns:a16="http://schemas.microsoft.com/office/drawing/2014/main" id="{0DDCD915-4FE1-451C-803A-3A08107445B2}"/>
              </a:ext>
            </a:extLst>
          </p:cNvPr>
          <p:cNvSpPr>
            <a:spLocks noGrp="1"/>
          </p:cNvSpPr>
          <p:nvPr/>
        </p:nvSpPr>
        <p:spPr>
          <a:xfrm>
            <a:off x="7068312" y="4292251"/>
            <a:ext cx="60579" cy="60579"/>
          </a:xfrm>
          <a:prstGeom prst="ellipse">
            <a:avLst/>
          </a:prstGeom>
          <a:solidFill>
            <a:srgbClr val="F8FAF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4" name="scaled-pose-ra">
            <a:extLst>
              <a:ext uri="{FF2B5EF4-FFF2-40B4-BE49-F238E27FC236}">
                <a16:creationId xmlns:a16="http://schemas.microsoft.com/office/drawing/2014/main" id="{3EDA5767-AF2B-4F59-A301-B68973DB8EB0}"/>
              </a:ext>
            </a:extLst>
          </p:cNvPr>
          <p:cNvSpPr>
            <a:spLocks noGrp="1"/>
          </p:cNvSpPr>
          <p:nvPr/>
        </p:nvSpPr>
        <p:spPr>
          <a:xfrm>
            <a:off x="7694295" y="4272058"/>
            <a:ext cx="60579" cy="60579"/>
          </a:xfrm>
          <a:prstGeom prst="ellipse">
            <a:avLst/>
          </a:prstGeom>
          <a:solidFill>
            <a:srgbClr val="F8FAF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5" name="角丸四角形 174">
            <a:extLst>
              <a:ext uri="{FF2B5EF4-FFF2-40B4-BE49-F238E27FC236}">
                <a16:creationId xmlns:a16="http://schemas.microsoft.com/office/drawing/2014/main" id="{71642C5D-0884-48E9-BF6B-C3F6E526843F}"/>
              </a:ext>
            </a:extLst>
          </p:cNvPr>
          <p:cNvSpPr>
            <a:spLocks noGrp="1"/>
          </p:cNvSpPr>
          <p:nvPr/>
        </p:nvSpPr>
        <p:spPr>
          <a:xfrm>
            <a:off x="9658350" y="2686050"/>
            <a:ext cx="1809750" cy="1752600"/>
          </a:xfrm>
          <a:prstGeom prst="roundRect">
            <a:avLst>
              <a:gd name="adj" fmla="val 9783"/>
            </a:avLst>
          </a:prstGeom>
          <a:solidFill>
            <a:srgbClr val="111C2E"/>
          </a:solidFill>
          <a:ln w="190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6" name="正方形/長方形 175">
            <a:extLst>
              <a:ext uri="{FF2B5EF4-FFF2-40B4-BE49-F238E27FC236}">
                <a16:creationId xmlns:a16="http://schemas.microsoft.com/office/drawing/2014/main" id="{A123909A-44EF-4793-B0FE-8E211F3DBAA2}"/>
              </a:ext>
            </a:extLst>
          </p:cNvPr>
          <p:cNvSpPr>
            <a:spLocks noGrp="1"/>
          </p:cNvSpPr>
          <p:nvPr/>
        </p:nvSpPr>
        <p:spPr>
          <a:xfrm>
            <a:off x="9886950" y="2876550"/>
            <a:ext cx="1352550" cy="3238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875" b="1">
                <a:solidFill>
                  <a:srgbClr val="38BDF8"/>
                </a:solidFill>
                <a:latin typeface="Hiragino Sans"/>
                <a:ea typeface="Hiragino Sans"/>
                <a:cs typeface="Hiragino Sans"/>
              </a:defRPr>
            </a:pPr>
            <a:r>
              <a:t>z-score</a:t>
            </a:r>
          </a:p>
        </p:txBody>
      </p:sp>
      <p:sp>
        <p:nvSpPr>
          <p:cNvPr id="177" name="正方形/長方形 176">
            <a:extLst>
              <a:ext uri="{FF2B5EF4-FFF2-40B4-BE49-F238E27FC236}">
                <a16:creationId xmlns:a16="http://schemas.microsoft.com/office/drawing/2014/main" id="{1DC085A8-7C6F-4FF5-8437-C3C9D7FE427E}"/>
              </a:ext>
            </a:extLst>
          </p:cNvPr>
          <p:cNvSpPr>
            <a:spLocks noGrp="1"/>
          </p:cNvSpPr>
          <p:nvPr/>
        </p:nvSpPr>
        <p:spPr>
          <a:xfrm>
            <a:off x="9953625" y="3371850"/>
            <a:ext cx="1219200" cy="3238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2100" b="1">
                <a:solidFill>
                  <a:srgbClr val="F8FAFC"/>
                </a:solidFill>
                <a:latin typeface="Hiragino Sans"/>
                <a:ea typeface="Hiragino Sans"/>
                <a:cs typeface="Hiragino Sans"/>
              </a:defRPr>
            </a:pPr>
            <a:r>
              <a:t>x − μ</a:t>
            </a:r>
          </a:p>
        </p:txBody>
      </p:sp>
      <p:sp>
        <p:nvSpPr>
          <p:cNvPr id="178" name="円/楕円 177">
            <a:extLst>
              <a:ext uri="{FF2B5EF4-FFF2-40B4-BE49-F238E27FC236}">
                <a16:creationId xmlns:a16="http://schemas.microsoft.com/office/drawing/2014/main" id="{944BC7C4-8F62-48C0-8858-6B4CFD28E6A5}"/>
              </a:ext>
            </a:extLst>
          </p:cNvPr>
          <p:cNvSpPr>
            <a:spLocks noGrp="1"/>
          </p:cNvSpPr>
          <p:nvPr/>
        </p:nvSpPr>
        <p:spPr>
          <a:xfrm>
            <a:off x="10144125" y="3738563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9" name="円/楕円 178">
            <a:extLst>
              <a:ext uri="{FF2B5EF4-FFF2-40B4-BE49-F238E27FC236}">
                <a16:creationId xmlns:a16="http://schemas.microsoft.com/office/drawing/2014/main" id="{96705862-70DE-4BB6-84B2-6668F81170F6}"/>
              </a:ext>
            </a:extLst>
          </p:cNvPr>
          <p:cNvSpPr>
            <a:spLocks noGrp="1"/>
          </p:cNvSpPr>
          <p:nvPr/>
        </p:nvSpPr>
        <p:spPr>
          <a:xfrm>
            <a:off x="10963275" y="3738563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180" name="直線矢印コネクタ 179"/>
          <p:cNvCxnSpPr>
            <a:stCxn id="178" idx="3"/>
            <a:endCxn id="179" idx="1"/>
          </p:cNvCxnSpPr>
          <p:nvPr/>
        </p:nvCxnSpPr>
        <p:spPr>
          <a:xfrm flipV="1">
            <a:off x="10145520" y="3739958"/>
            <a:ext cx="819150" cy="6735"/>
          </a:xfrm>
          <a:prstGeom prst="straightConnector1">
            <a:avLst/>
          </a:prstGeom>
          <a:ln w="19050">
            <a:solidFill>
              <a:srgbClr val="F8FAFC"/>
            </a:solidFill>
            <a:prstDash val="solid"/>
          </a:ln>
        </p:spPr>
      </p:cxnSp>
      <p:sp>
        <p:nvSpPr>
          <p:cNvPr id="181" name="正方形/長方形 180">
            <a:extLst>
              <a:ext uri="{FF2B5EF4-FFF2-40B4-BE49-F238E27FC236}">
                <a16:creationId xmlns:a16="http://schemas.microsoft.com/office/drawing/2014/main" id="{B58FAFD1-6FA2-4D6B-AAC9-D1ED365EC92C}"/>
              </a:ext>
            </a:extLst>
          </p:cNvPr>
          <p:cNvSpPr>
            <a:spLocks noGrp="1"/>
          </p:cNvSpPr>
          <p:nvPr/>
        </p:nvSpPr>
        <p:spPr>
          <a:xfrm>
            <a:off x="9953625" y="3752850"/>
            <a:ext cx="1219200" cy="285750"/>
          </a:xfrm>
          <a:prstGeom prst="rect">
            <a:avLst/>
          </a:prstGeom>
        </p:spPr>
        <p:txBody>
          <a:bodyPr lIns="0" tIns="0" rIns="0" bIns="0" anchor="t">
            <a:normAutofit fontScale="89286" lnSpcReduction="10000"/>
          </a:bodyPr>
          <a:lstStyle/>
          <a:p>
            <a:pPr algn="ctr">
              <a:defRPr sz="2100" b="1">
                <a:solidFill>
                  <a:srgbClr val="F8FAFC"/>
                </a:solidFill>
                <a:latin typeface="Hiragino Sans"/>
                <a:ea typeface="Hiragino Sans"/>
                <a:cs typeface="Hiragino Sans"/>
              </a:defRPr>
            </a:pPr>
            <a:r>
              <a:t>σ</a:t>
            </a:r>
          </a:p>
        </p:txBody>
      </p:sp>
      <p:sp>
        <p:nvSpPr>
          <p:cNvPr id="182" name="正方形/長方形 181">
            <a:extLst>
              <a:ext uri="{FF2B5EF4-FFF2-40B4-BE49-F238E27FC236}">
                <a16:creationId xmlns:a16="http://schemas.microsoft.com/office/drawing/2014/main" id="{C4BCC587-675F-404C-A4E1-AE738C2DA537}"/>
              </a:ext>
            </a:extLst>
          </p:cNvPr>
          <p:cNvSpPr>
            <a:spLocks noGrp="1"/>
          </p:cNvSpPr>
          <p:nvPr/>
        </p:nvSpPr>
        <p:spPr>
          <a:xfrm>
            <a:off x="9886950" y="4133850"/>
            <a:ext cx="1352550" cy="190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975" b="1">
                <a:solidFill>
                  <a:srgbClr val="94A3B8"/>
                </a:solidFill>
                <a:latin typeface="Hiragino Sans"/>
                <a:ea typeface="Hiragino Sans"/>
                <a:cs typeface="Hiragino Sans"/>
              </a:defRPr>
            </a:pPr>
            <a:r>
              <a:t>被験者単位</a:t>
            </a:r>
          </a:p>
        </p:txBody>
      </p:sp>
      <p:sp>
        <p:nvSpPr>
          <p:cNvPr id="183" name="円/楕円 182">
            <a:extLst>
              <a:ext uri="{FF2B5EF4-FFF2-40B4-BE49-F238E27FC236}">
                <a16:creationId xmlns:a16="http://schemas.microsoft.com/office/drawing/2014/main" id="{BAA350EF-2F7D-4693-AF6C-E7A3FA8BBF9C}"/>
              </a:ext>
            </a:extLst>
          </p:cNvPr>
          <p:cNvSpPr>
            <a:spLocks noGrp="1"/>
          </p:cNvSpPr>
          <p:nvPr/>
        </p:nvSpPr>
        <p:spPr>
          <a:xfrm>
            <a:off x="942975" y="4962525"/>
            <a:ext cx="514350" cy="514350"/>
          </a:xfrm>
          <a:prstGeom prst="ellipse">
            <a:avLst/>
          </a:prstGeom>
          <a:solidFill>
            <a:srgbClr val="111C2E"/>
          </a:solidFill>
          <a:ln w="19050">
            <a:solidFill>
              <a:srgbClr val="24344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4" name="正方形/長方形 183">
            <a:extLst>
              <a:ext uri="{FF2B5EF4-FFF2-40B4-BE49-F238E27FC236}">
                <a16:creationId xmlns:a16="http://schemas.microsoft.com/office/drawing/2014/main" id="{6EB9F006-961C-49C6-BA80-4654F163E82D}"/>
              </a:ext>
            </a:extLst>
          </p:cNvPr>
          <p:cNvSpPr>
            <a:spLocks noGrp="1"/>
          </p:cNvSpPr>
          <p:nvPr/>
        </p:nvSpPr>
        <p:spPr>
          <a:xfrm>
            <a:off x="971550" y="5067300"/>
            <a:ext cx="457200" cy="3048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ctr">
              <a:defRPr sz="1200" b="1">
                <a:solidFill>
                  <a:srgbClr val="94A3B8"/>
                </a:solidFill>
                <a:latin typeface="Hiragino Sans"/>
                <a:ea typeface="Hiragino Sans"/>
                <a:cs typeface="Hiragino Sans"/>
              </a:defRPr>
            </a:pPr>
            <a:r>
              <a:t>01</a:t>
            </a:r>
          </a:p>
        </p:txBody>
      </p:sp>
      <p:sp>
        <p:nvSpPr>
          <p:cNvPr id="185" name="正方形/長方形 184">
            <a:extLst>
              <a:ext uri="{FF2B5EF4-FFF2-40B4-BE49-F238E27FC236}">
                <a16:creationId xmlns:a16="http://schemas.microsoft.com/office/drawing/2014/main" id="{7449E5F0-0A5A-4E04-A8F2-8723DE23A1BD}"/>
              </a:ext>
            </a:extLst>
          </p:cNvPr>
          <p:cNvSpPr>
            <a:spLocks noGrp="1"/>
          </p:cNvSpPr>
          <p:nvPr/>
        </p:nvSpPr>
        <p:spPr>
          <a:xfrm>
            <a:off x="1581150" y="4981575"/>
            <a:ext cx="200025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F8FAFC"/>
                </a:solidFill>
                <a:latin typeface="Hiragino Sans"/>
                <a:ea typeface="Hiragino Sans"/>
                <a:cs typeface="Hiragino Sans"/>
              </a:defRPr>
            </a:pPr>
            <a:r>
              <a:t>RAW POSE</a:t>
            </a:r>
          </a:p>
        </p:txBody>
      </p:sp>
      <p:sp>
        <p:nvSpPr>
          <p:cNvPr id="186" name="正方形/長方形 185">
            <a:extLst>
              <a:ext uri="{FF2B5EF4-FFF2-40B4-BE49-F238E27FC236}">
                <a16:creationId xmlns:a16="http://schemas.microsoft.com/office/drawing/2014/main" id="{DE359A6A-1057-43D9-B142-4C95EDD78EDC}"/>
              </a:ext>
            </a:extLst>
          </p:cNvPr>
          <p:cNvSpPr>
            <a:spLocks noGrp="1"/>
          </p:cNvSpPr>
          <p:nvPr/>
        </p:nvSpPr>
        <p:spPr>
          <a:xfrm>
            <a:off x="1581150" y="5238750"/>
            <a:ext cx="2095500" cy="2476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Hiragino Sans"/>
                <a:ea typeface="Hiragino Sans"/>
                <a:cs typeface="Hiragino Sans"/>
              </a:defRPr>
            </a:pPr>
            <a:r>
              <a:t>画像座標</a:t>
            </a:r>
          </a:p>
        </p:txBody>
      </p:sp>
      <p:sp>
        <p:nvSpPr>
          <p:cNvPr id="187" name="正方形/長方形 186">
            <a:extLst>
              <a:ext uri="{FF2B5EF4-FFF2-40B4-BE49-F238E27FC236}">
                <a16:creationId xmlns:a16="http://schemas.microsoft.com/office/drawing/2014/main" id="{A32AF129-5AA9-4F8A-9DD3-F8050AA59815}"/>
              </a:ext>
            </a:extLst>
          </p:cNvPr>
          <p:cNvSpPr>
            <a:spLocks noGrp="1"/>
          </p:cNvSpPr>
          <p:nvPr/>
        </p:nvSpPr>
        <p:spPr>
          <a:xfrm>
            <a:off x="3257550" y="3171825"/>
            <a:ext cx="495300" cy="4762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2550" b="1">
                <a:solidFill>
                  <a:srgbClr val="64748B"/>
                </a:solidFill>
                <a:latin typeface="Hiragino Sans"/>
                <a:ea typeface="Hiragino Sans"/>
                <a:cs typeface="Hiragino Sans"/>
              </a:defRPr>
            </a:pPr>
            <a:r>
              <a:t>→</a:t>
            </a:r>
          </a:p>
        </p:txBody>
      </p:sp>
      <p:sp>
        <p:nvSpPr>
          <p:cNvPr id="188" name="円/楕円 187">
            <a:extLst>
              <a:ext uri="{FF2B5EF4-FFF2-40B4-BE49-F238E27FC236}">
                <a16:creationId xmlns:a16="http://schemas.microsoft.com/office/drawing/2014/main" id="{1AEE06CB-0900-460F-94AF-90CB6BBC5A21}"/>
              </a:ext>
            </a:extLst>
          </p:cNvPr>
          <p:cNvSpPr>
            <a:spLocks noGrp="1"/>
          </p:cNvSpPr>
          <p:nvPr/>
        </p:nvSpPr>
        <p:spPr>
          <a:xfrm>
            <a:off x="3800475" y="4962525"/>
            <a:ext cx="514350" cy="514350"/>
          </a:xfrm>
          <a:prstGeom prst="ellipse">
            <a:avLst/>
          </a:prstGeom>
          <a:solidFill>
            <a:srgbClr val="111C2E"/>
          </a:solidFill>
          <a:ln w="19050">
            <a:solidFill>
              <a:srgbClr val="24344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9" name="正方形/長方形 188">
            <a:extLst>
              <a:ext uri="{FF2B5EF4-FFF2-40B4-BE49-F238E27FC236}">
                <a16:creationId xmlns:a16="http://schemas.microsoft.com/office/drawing/2014/main" id="{D4F401AD-C990-455F-9B11-3FF8C2511F67}"/>
              </a:ext>
            </a:extLst>
          </p:cNvPr>
          <p:cNvSpPr>
            <a:spLocks noGrp="1"/>
          </p:cNvSpPr>
          <p:nvPr/>
        </p:nvSpPr>
        <p:spPr>
          <a:xfrm>
            <a:off x="3829050" y="5067300"/>
            <a:ext cx="457200" cy="3048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ctr">
              <a:defRPr sz="1200" b="1">
                <a:solidFill>
                  <a:srgbClr val="94A3B8"/>
                </a:solidFill>
                <a:latin typeface="Hiragino Sans"/>
                <a:ea typeface="Hiragino Sans"/>
                <a:cs typeface="Hiragino Sans"/>
              </a:defRPr>
            </a:pPr>
            <a:r>
              <a:t>02</a:t>
            </a:r>
          </a:p>
        </p:txBody>
      </p:sp>
      <p:sp>
        <p:nvSpPr>
          <p:cNvPr id="190" name="正方形/長方形 189">
            <a:extLst>
              <a:ext uri="{FF2B5EF4-FFF2-40B4-BE49-F238E27FC236}">
                <a16:creationId xmlns:a16="http://schemas.microsoft.com/office/drawing/2014/main" id="{94B2CB58-4952-4ADD-AA35-E0608A58A870}"/>
              </a:ext>
            </a:extLst>
          </p:cNvPr>
          <p:cNvSpPr>
            <a:spLocks noGrp="1"/>
          </p:cNvSpPr>
          <p:nvPr/>
        </p:nvSpPr>
        <p:spPr>
          <a:xfrm>
            <a:off x="4438650" y="4981575"/>
            <a:ext cx="200025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F8FAFC"/>
                </a:solidFill>
                <a:latin typeface="Hiragino Sans"/>
                <a:ea typeface="Hiragino Sans"/>
                <a:cs typeface="Hiragino Sans"/>
              </a:defRPr>
            </a:pPr>
            <a:r>
              <a:t>HIP CENTER</a:t>
            </a:r>
          </a:p>
        </p:txBody>
      </p:sp>
      <p:sp>
        <p:nvSpPr>
          <p:cNvPr id="191" name="正方形/長方形 190">
            <a:extLst>
              <a:ext uri="{FF2B5EF4-FFF2-40B4-BE49-F238E27FC236}">
                <a16:creationId xmlns:a16="http://schemas.microsoft.com/office/drawing/2014/main" id="{8095C8A4-E26A-4D9B-8ECE-DC613FE8163E}"/>
              </a:ext>
            </a:extLst>
          </p:cNvPr>
          <p:cNvSpPr>
            <a:spLocks noGrp="1"/>
          </p:cNvSpPr>
          <p:nvPr/>
        </p:nvSpPr>
        <p:spPr>
          <a:xfrm>
            <a:off x="4438650" y="5238750"/>
            <a:ext cx="2095500" cy="2476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Hiragino Sans"/>
                <a:ea typeface="Hiragino Sans"/>
                <a:cs typeface="Hiragino Sans"/>
              </a:defRPr>
            </a:pPr>
            <a:r>
              <a:t>腰中心を原点化</a:t>
            </a:r>
          </a:p>
        </p:txBody>
      </p:sp>
      <p:sp>
        <p:nvSpPr>
          <p:cNvPr id="192" name="正方形/長方形 191">
            <a:extLst>
              <a:ext uri="{FF2B5EF4-FFF2-40B4-BE49-F238E27FC236}">
                <a16:creationId xmlns:a16="http://schemas.microsoft.com/office/drawing/2014/main" id="{8D40A891-82A2-4BE6-AABC-7FE876D3D748}"/>
              </a:ext>
            </a:extLst>
          </p:cNvPr>
          <p:cNvSpPr>
            <a:spLocks noGrp="1"/>
          </p:cNvSpPr>
          <p:nvPr/>
        </p:nvSpPr>
        <p:spPr>
          <a:xfrm>
            <a:off x="6115050" y="3171825"/>
            <a:ext cx="495300" cy="4762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2550" b="1">
                <a:solidFill>
                  <a:srgbClr val="64748B"/>
                </a:solidFill>
                <a:latin typeface="Hiragino Sans"/>
                <a:ea typeface="Hiragino Sans"/>
                <a:cs typeface="Hiragino Sans"/>
              </a:defRPr>
            </a:pPr>
            <a:r>
              <a:t>→</a:t>
            </a:r>
          </a:p>
        </p:txBody>
      </p:sp>
      <p:sp>
        <p:nvSpPr>
          <p:cNvPr id="193" name="円/楕円 192">
            <a:extLst>
              <a:ext uri="{FF2B5EF4-FFF2-40B4-BE49-F238E27FC236}">
                <a16:creationId xmlns:a16="http://schemas.microsoft.com/office/drawing/2014/main" id="{F57BBA8C-4951-4BF9-A97A-E2AB20760A6B}"/>
              </a:ext>
            </a:extLst>
          </p:cNvPr>
          <p:cNvSpPr>
            <a:spLocks noGrp="1"/>
          </p:cNvSpPr>
          <p:nvPr/>
        </p:nvSpPr>
        <p:spPr>
          <a:xfrm>
            <a:off x="6600825" y="4962525"/>
            <a:ext cx="514350" cy="514350"/>
          </a:xfrm>
          <a:prstGeom prst="ellipse">
            <a:avLst/>
          </a:prstGeom>
          <a:solidFill>
            <a:srgbClr val="111C2E"/>
          </a:solidFill>
          <a:ln w="19050">
            <a:solidFill>
              <a:srgbClr val="24344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4" name="正方形/長方形 193">
            <a:extLst>
              <a:ext uri="{FF2B5EF4-FFF2-40B4-BE49-F238E27FC236}">
                <a16:creationId xmlns:a16="http://schemas.microsoft.com/office/drawing/2014/main" id="{A08CA875-5D02-4895-93A9-9B50E85BBD5A}"/>
              </a:ext>
            </a:extLst>
          </p:cNvPr>
          <p:cNvSpPr>
            <a:spLocks noGrp="1"/>
          </p:cNvSpPr>
          <p:nvPr/>
        </p:nvSpPr>
        <p:spPr>
          <a:xfrm>
            <a:off x="6629400" y="5067300"/>
            <a:ext cx="457200" cy="3048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ctr">
              <a:defRPr sz="1200" b="1">
                <a:solidFill>
                  <a:srgbClr val="94A3B8"/>
                </a:solidFill>
                <a:latin typeface="Hiragino Sans"/>
                <a:ea typeface="Hiragino Sans"/>
                <a:cs typeface="Hiragino Sans"/>
              </a:defRPr>
            </a:pPr>
            <a:r>
              <a:t>03</a:t>
            </a:r>
          </a:p>
        </p:txBody>
      </p:sp>
      <p:sp>
        <p:nvSpPr>
          <p:cNvPr id="195" name="正方形/長方形 194">
            <a:extLst>
              <a:ext uri="{FF2B5EF4-FFF2-40B4-BE49-F238E27FC236}">
                <a16:creationId xmlns:a16="http://schemas.microsoft.com/office/drawing/2014/main" id="{4FD66B4F-0881-48E9-93C4-DB1817B9431D}"/>
              </a:ext>
            </a:extLst>
          </p:cNvPr>
          <p:cNvSpPr>
            <a:spLocks noGrp="1"/>
          </p:cNvSpPr>
          <p:nvPr/>
        </p:nvSpPr>
        <p:spPr>
          <a:xfrm>
            <a:off x="7239000" y="4981575"/>
            <a:ext cx="161925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F8FAFC"/>
                </a:solidFill>
                <a:latin typeface="Hiragino Sans"/>
                <a:ea typeface="Hiragino Sans"/>
                <a:cs typeface="Hiragino Sans"/>
              </a:defRPr>
            </a:pPr>
            <a:r>
              <a:t>BODY SCALE</a:t>
            </a:r>
          </a:p>
        </p:txBody>
      </p:sp>
      <p:sp>
        <p:nvSpPr>
          <p:cNvPr id="196" name="正方形/長方形 195">
            <a:extLst>
              <a:ext uri="{FF2B5EF4-FFF2-40B4-BE49-F238E27FC236}">
                <a16:creationId xmlns:a16="http://schemas.microsoft.com/office/drawing/2014/main" id="{D0C928A0-B699-4895-A314-CD895E5AE5D5}"/>
              </a:ext>
            </a:extLst>
          </p:cNvPr>
          <p:cNvSpPr>
            <a:spLocks noGrp="1"/>
          </p:cNvSpPr>
          <p:nvPr/>
        </p:nvSpPr>
        <p:spPr>
          <a:xfrm>
            <a:off x="7239000" y="5238750"/>
            <a:ext cx="1714500" cy="2476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Hiragino Sans"/>
                <a:ea typeface="Hiragino Sans"/>
                <a:cs typeface="Hiragino Sans"/>
              </a:defRPr>
            </a:pPr>
            <a:r>
              <a:t>胴体長・肩幅で除算</a:t>
            </a:r>
          </a:p>
        </p:txBody>
      </p:sp>
      <p:sp>
        <p:nvSpPr>
          <p:cNvPr id="197" name="正方形/長方形 196">
            <a:extLst>
              <a:ext uri="{FF2B5EF4-FFF2-40B4-BE49-F238E27FC236}">
                <a16:creationId xmlns:a16="http://schemas.microsoft.com/office/drawing/2014/main" id="{452F2FB7-6640-49F3-B739-D6FF31ECAE88}"/>
              </a:ext>
            </a:extLst>
          </p:cNvPr>
          <p:cNvSpPr>
            <a:spLocks noGrp="1"/>
          </p:cNvSpPr>
          <p:nvPr/>
        </p:nvSpPr>
        <p:spPr>
          <a:xfrm>
            <a:off x="8915400" y="3171825"/>
            <a:ext cx="495300" cy="4762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2550" b="1">
                <a:solidFill>
                  <a:srgbClr val="64748B"/>
                </a:solidFill>
                <a:latin typeface="Hiragino Sans"/>
                <a:ea typeface="Hiragino Sans"/>
                <a:cs typeface="Hiragino Sans"/>
              </a:defRPr>
            </a:pPr>
            <a:r>
              <a:t>→</a:t>
            </a:r>
          </a:p>
        </p:txBody>
      </p:sp>
      <p:sp>
        <p:nvSpPr>
          <p:cNvPr id="198" name="円/楕円 197">
            <a:extLst>
              <a:ext uri="{FF2B5EF4-FFF2-40B4-BE49-F238E27FC236}">
                <a16:creationId xmlns:a16="http://schemas.microsoft.com/office/drawing/2014/main" id="{AF2C9148-D7A6-41C3-9540-39ACAD3F69BE}"/>
              </a:ext>
            </a:extLst>
          </p:cNvPr>
          <p:cNvSpPr>
            <a:spLocks noGrp="1"/>
          </p:cNvSpPr>
          <p:nvPr/>
        </p:nvSpPr>
        <p:spPr>
          <a:xfrm>
            <a:off x="9039225" y="4962525"/>
            <a:ext cx="514350" cy="514350"/>
          </a:xfrm>
          <a:prstGeom prst="ellipse">
            <a:avLst/>
          </a:prstGeom>
          <a:solidFill>
            <a:srgbClr val="38BDF8"/>
          </a:solidFill>
          <a:ln w="190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9" name="正方形/長方形 198">
            <a:extLst>
              <a:ext uri="{FF2B5EF4-FFF2-40B4-BE49-F238E27FC236}">
                <a16:creationId xmlns:a16="http://schemas.microsoft.com/office/drawing/2014/main" id="{A4C55072-F7C9-41EB-80AB-4A10BC88B214}"/>
              </a:ext>
            </a:extLst>
          </p:cNvPr>
          <p:cNvSpPr>
            <a:spLocks noGrp="1"/>
          </p:cNvSpPr>
          <p:nvPr/>
        </p:nvSpPr>
        <p:spPr>
          <a:xfrm>
            <a:off x="9067800" y="5067300"/>
            <a:ext cx="457200" cy="3048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ctr">
              <a:defRPr sz="1200" b="1">
                <a:solidFill>
                  <a:srgbClr val="0B1220"/>
                </a:solidFill>
                <a:latin typeface="Hiragino Sans"/>
                <a:ea typeface="Hiragino Sans"/>
                <a:cs typeface="Hiragino Sans"/>
              </a:defRPr>
            </a:pPr>
            <a:r>
              <a:t>04</a:t>
            </a:r>
          </a:p>
        </p:txBody>
      </p:sp>
      <p:sp>
        <p:nvSpPr>
          <p:cNvPr id="200" name="正方形/長方形 199">
            <a:extLst>
              <a:ext uri="{FF2B5EF4-FFF2-40B4-BE49-F238E27FC236}">
                <a16:creationId xmlns:a16="http://schemas.microsoft.com/office/drawing/2014/main" id="{A0E5EFFC-41B8-4841-A13D-A57446D874E9}"/>
              </a:ext>
            </a:extLst>
          </p:cNvPr>
          <p:cNvSpPr>
            <a:spLocks noGrp="1"/>
          </p:cNvSpPr>
          <p:nvPr/>
        </p:nvSpPr>
        <p:spPr>
          <a:xfrm>
            <a:off x="9677400" y="4981575"/>
            <a:ext cx="200025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38BDF8"/>
                </a:solidFill>
                <a:latin typeface="Hiragino Sans"/>
                <a:ea typeface="Hiragino Sans"/>
                <a:cs typeface="Hiragino Sans"/>
              </a:defRPr>
            </a:pPr>
            <a:r>
              <a:t>SUBJECT Z-SCORE</a:t>
            </a:r>
          </a:p>
        </p:txBody>
      </p:sp>
      <p:sp>
        <p:nvSpPr>
          <p:cNvPr id="201" name="正方形/長方形 200">
            <a:extLst>
              <a:ext uri="{FF2B5EF4-FFF2-40B4-BE49-F238E27FC236}">
                <a16:creationId xmlns:a16="http://schemas.microsoft.com/office/drawing/2014/main" id="{332C6545-BB23-46C4-91A1-C6974D0EFE7E}"/>
              </a:ext>
            </a:extLst>
          </p:cNvPr>
          <p:cNvSpPr>
            <a:spLocks noGrp="1"/>
          </p:cNvSpPr>
          <p:nvPr/>
        </p:nvSpPr>
        <p:spPr>
          <a:xfrm>
            <a:off x="9677400" y="5238750"/>
            <a:ext cx="2095500" cy="2476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Hiragino Sans"/>
                <a:ea typeface="Hiragino Sans"/>
                <a:cs typeface="Hiragino Sans"/>
              </a:defRPr>
            </a:pPr>
            <a:r>
              <a:t>特徴分布を標準化</a:t>
            </a:r>
          </a:p>
        </p:txBody>
      </p:sp>
      <p:sp>
        <p:nvSpPr>
          <p:cNvPr id="202" name="角丸四角形 201">
            <a:extLst>
              <a:ext uri="{FF2B5EF4-FFF2-40B4-BE49-F238E27FC236}">
                <a16:creationId xmlns:a16="http://schemas.microsoft.com/office/drawing/2014/main" id="{0599583F-A36E-41F2-9265-0C71D5D7F8DE}"/>
              </a:ext>
            </a:extLst>
          </p:cNvPr>
          <p:cNvSpPr>
            <a:spLocks noGrp="1"/>
          </p:cNvSpPr>
          <p:nvPr/>
        </p:nvSpPr>
        <p:spPr>
          <a:xfrm>
            <a:off x="1943100" y="5715000"/>
            <a:ext cx="8305800" cy="409575"/>
          </a:xfrm>
          <a:prstGeom prst="roundRect">
            <a:avLst>
              <a:gd name="adj" fmla="val 18605"/>
            </a:avLst>
          </a:prstGeom>
          <a:solidFill>
            <a:srgbClr val="0E1929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3" name="正方形/長方形 202">
            <a:extLst>
              <a:ext uri="{FF2B5EF4-FFF2-40B4-BE49-F238E27FC236}">
                <a16:creationId xmlns:a16="http://schemas.microsoft.com/office/drawing/2014/main" id="{3B245177-9702-428A-BC12-A2D993DC048B}"/>
              </a:ext>
            </a:extLst>
          </p:cNvPr>
          <p:cNvSpPr>
            <a:spLocks noGrp="1"/>
          </p:cNvSpPr>
          <p:nvPr/>
        </p:nvSpPr>
        <p:spPr>
          <a:xfrm>
            <a:off x="2152650" y="5810250"/>
            <a:ext cx="788670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275" b="1">
                <a:solidFill>
                  <a:srgbClr val="F8FAFC"/>
                </a:solidFill>
                <a:latin typeface="Hiragino Sans"/>
                <a:ea typeface="Hiragino Sans"/>
                <a:cs typeface="Hiragino Sans"/>
              </a:defRPr>
            </a:pPr>
            <a:r>
              <a:t>正規化特徴 = (特徴 − 被験者内平均) / 被験者内標準偏差</a:t>
            </a:r>
          </a:p>
        </p:txBody>
      </p:sp>
    </p:spTree>
    <p:extLst>
      <p:ext uri="{BB962C8B-B14F-4D97-AF65-F5344CB8AC3E}">
        <p14:creationId xmlns:p14="http://schemas.microsoft.com/office/powerpoint/2010/main" val="1507435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kicker-marker">
            <a:extLst>
              <a:ext uri="{FF2B5EF4-FFF2-40B4-BE49-F238E27FC236}">
                <a16:creationId xmlns:a16="http://schemas.microsoft.com/office/drawing/2014/main" id="{ECDFCFA2-3FAF-4002-B369-A709E220DD12}"/>
              </a:ext>
            </a:extLst>
          </p:cNvPr>
          <p:cNvSpPr>
            <a:spLocks noGrp="1"/>
          </p:cNvSpPr>
          <p:nvPr/>
        </p:nvSpPr>
        <p:spPr>
          <a:xfrm>
            <a:off x="581025" y="466725"/>
            <a:ext cx="95250" cy="95250"/>
          </a:xfrm>
          <a:prstGeom prst="ellipse">
            <a:avLst/>
          </a:prstGeom>
          <a:solidFill>
            <a:srgbClr val="38BDF8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F5662B3C-7AB4-4ABF-97E0-BEAA4985BFB1}"/>
              </a:ext>
            </a:extLst>
          </p:cNvPr>
          <p:cNvSpPr>
            <a:spLocks noGrp="1"/>
          </p:cNvSpPr>
          <p:nvPr/>
        </p:nvSpPr>
        <p:spPr>
          <a:xfrm>
            <a:off x="781050" y="409575"/>
            <a:ext cx="3429000" cy="2095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050" b="1">
                <a:solidFill>
                  <a:srgbClr val="38BDF8"/>
                </a:solidFill>
                <a:latin typeface="Hiragino Sans"/>
                <a:ea typeface="Hiragino Sans"/>
                <a:cs typeface="Hiragino Sans"/>
              </a:defRPr>
            </a:pPr>
            <a:r>
              <a:t>FEATURE ENGINEERING</a:t>
            </a:r>
          </a:p>
        </p:txBody>
      </p:sp>
      <p:sp>
        <p:nvSpPr>
          <p:cNvPr id="3" name="title-5">
            <a:extLst>
              <a:ext uri="{FF2B5EF4-FFF2-40B4-BE49-F238E27FC236}">
                <a16:creationId xmlns:a16="http://schemas.microsoft.com/office/drawing/2014/main" id="{9A648472-FBD7-4A6C-B08C-B89E44832A43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11049000" cy="609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3150" b="1">
                <a:solidFill>
                  <a:srgbClr val="F8FAFC"/>
                </a:solidFill>
                <a:latin typeface="Hiragino Sans"/>
                <a:ea typeface="Hiragino Sans"/>
                <a:cs typeface="Hiragino Sans"/>
              </a:defRPr>
            </a:pPr>
            <a:r>
              <a:t>2秒の動きを、4種類の証拠へ変換する</a:t>
            </a:r>
          </a:p>
        </p:txBody>
      </p:sp>
      <p:sp>
        <p:nvSpPr>
          <p:cNvPr id="4" name="subtitle-5">
            <a:extLst>
              <a:ext uri="{FF2B5EF4-FFF2-40B4-BE49-F238E27FC236}">
                <a16:creationId xmlns:a16="http://schemas.microsoft.com/office/drawing/2014/main" id="{7F47A0A9-369C-459B-93F4-67F3A621A5A7}"/>
              </a:ext>
            </a:extLst>
          </p:cNvPr>
          <p:cNvSpPr>
            <a:spLocks noGrp="1"/>
          </p:cNvSpPr>
          <p:nvPr/>
        </p:nvSpPr>
        <p:spPr>
          <a:xfrm>
            <a:off x="571500" y="1409700"/>
            <a:ext cx="10287000" cy="4000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94A3B8"/>
                </a:solidFill>
                <a:latin typeface="Hiragino Sans"/>
                <a:ea typeface="Hiragino Sans"/>
                <a:cs typeface="Hiragino Sans"/>
              </a:defRPr>
            </a:pPr>
            <a:r>
              <a:t>同じ活動ラベルの連続区間内だけで窓を作り、活動境界の混入を防ぐ</a:t>
            </a:r>
          </a:p>
        </p:txBody>
      </p:sp>
      <p:sp>
        <p:nvSpPr>
          <p:cNvPr id="5" name="footer-rule-5:from-anchor">
            <a:extLst>
              <a:ext uri="{FF2B5EF4-FFF2-40B4-BE49-F238E27FC236}">
                <a16:creationId xmlns:a16="http://schemas.microsoft.com/office/drawing/2014/main" id="{D271A4C1-E677-4E5D-877F-D917CD03616B}"/>
              </a:ext>
            </a:extLst>
          </p:cNvPr>
          <p:cNvSpPr>
            <a:spLocks noGrp="1"/>
          </p:cNvSpPr>
          <p:nvPr/>
        </p:nvSpPr>
        <p:spPr>
          <a:xfrm>
            <a:off x="542925" y="6481763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footer-rule-5:to-anchor">
            <a:extLst>
              <a:ext uri="{FF2B5EF4-FFF2-40B4-BE49-F238E27FC236}">
                <a16:creationId xmlns:a16="http://schemas.microsoft.com/office/drawing/2014/main" id="{7D9D0BC6-1014-465E-903B-927B821BAD19}"/>
              </a:ext>
            </a:extLst>
          </p:cNvPr>
          <p:cNvSpPr>
            <a:spLocks noGrp="1"/>
          </p:cNvSpPr>
          <p:nvPr/>
        </p:nvSpPr>
        <p:spPr>
          <a:xfrm>
            <a:off x="11639550" y="6481763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7" name="footer-rule-5"/>
          <p:cNvCxnSpPr>
            <a:stCxn id="5" idx="3"/>
            <a:endCxn id="6" idx="1"/>
          </p:cNvCxnSpPr>
          <p:nvPr/>
        </p:nvCxnSpPr>
        <p:spPr>
          <a:xfrm flipV="1">
            <a:off x="544320" y="6483158"/>
            <a:ext cx="11096625" cy="6735"/>
          </a:xfrm>
          <a:prstGeom prst="straightConnector1">
            <a:avLst/>
          </a:prstGeom>
          <a:ln w="9525">
            <a:solidFill>
              <a:srgbClr val="243449"/>
            </a:solidFill>
            <a:prstDash val="solid"/>
          </a:ln>
        </p:spPr>
      </p:cxnSp>
      <p:sp>
        <p:nvSpPr>
          <p:cNvPr id="8" name="footer-source-5">
            <a:extLst>
              <a:ext uri="{FF2B5EF4-FFF2-40B4-BE49-F238E27FC236}">
                <a16:creationId xmlns:a16="http://schemas.microsoft.com/office/drawing/2014/main" id="{DCDA9F6C-EEB3-421B-A38D-6AEAC54BD34A}"/>
              </a:ext>
            </a:extLst>
          </p:cNvPr>
          <p:cNvSpPr>
            <a:spLocks noGrp="1"/>
          </p:cNvSpPr>
          <p:nvPr/>
        </p:nvSpPr>
        <p:spPr>
          <a:xfrm>
            <a:off x="571500" y="6553200"/>
            <a:ext cx="7620000" cy="1714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defRPr>
            </a:pPr>
            <a:r>
              <a:t>Source: SPECIFICATION.md / LOSO metrics</a:t>
            </a:r>
          </a:p>
        </p:txBody>
      </p:sp>
      <p:sp>
        <p:nvSpPr>
          <p:cNvPr id="9" name="footer-page-5">
            <a:extLst>
              <a:ext uri="{FF2B5EF4-FFF2-40B4-BE49-F238E27FC236}">
                <a16:creationId xmlns:a16="http://schemas.microsoft.com/office/drawing/2014/main" id="{D11A2CE9-D7E2-4A1B-BCE8-C8C5B916FC60}"/>
              </a:ext>
            </a:extLst>
          </p:cNvPr>
          <p:cNvSpPr>
            <a:spLocks noGrp="1"/>
          </p:cNvSpPr>
          <p:nvPr/>
        </p:nvSpPr>
        <p:spPr>
          <a:xfrm>
            <a:off x="11049000" y="6524625"/>
            <a:ext cx="571500" cy="209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Hiragino Sans"/>
                <a:ea typeface="Hiragino Sans"/>
                <a:cs typeface="Hiragino Sans"/>
              </a:defRPr>
            </a:pPr>
            <a:r>
              <a:t>05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8AD428C3-DBF9-4677-A37C-A1C69A2BDB1B}"/>
              </a:ext>
            </a:extLst>
          </p:cNvPr>
          <p:cNvSpPr>
            <a:spLocks noGrp="1"/>
          </p:cNvSpPr>
          <p:nvPr/>
        </p:nvSpPr>
        <p:spPr>
          <a:xfrm>
            <a:off x="590550" y="2038350"/>
            <a:ext cx="2286000" cy="2476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38BDF8"/>
                </a:solidFill>
                <a:latin typeface="Hiragino Sans"/>
                <a:ea typeface="Hiragino Sans"/>
                <a:cs typeface="Hiragino Sans"/>
              </a:defRPr>
            </a:pPr>
            <a:r>
              <a:t>60 frames / 2 sec</a:t>
            </a:r>
          </a:p>
        </p:txBody>
      </p:sp>
      <p:sp>
        <p:nvSpPr>
          <p:cNvPr id="11" name="円/楕円 10">
            <a:extLst>
              <a:ext uri="{FF2B5EF4-FFF2-40B4-BE49-F238E27FC236}">
                <a16:creationId xmlns:a16="http://schemas.microsoft.com/office/drawing/2014/main" id="{5CA3A139-FC96-4EBE-95F5-E2DEC8DD297D}"/>
              </a:ext>
            </a:extLst>
          </p:cNvPr>
          <p:cNvSpPr>
            <a:spLocks noGrp="1"/>
          </p:cNvSpPr>
          <p:nvPr/>
        </p:nvSpPr>
        <p:spPr>
          <a:xfrm>
            <a:off x="752475" y="258603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円/楕円 11">
            <a:extLst>
              <a:ext uri="{FF2B5EF4-FFF2-40B4-BE49-F238E27FC236}">
                <a16:creationId xmlns:a16="http://schemas.microsoft.com/office/drawing/2014/main" id="{D260345C-CD90-40C5-B449-F043CBA99DF0}"/>
              </a:ext>
            </a:extLst>
          </p:cNvPr>
          <p:cNvSpPr>
            <a:spLocks noGrp="1"/>
          </p:cNvSpPr>
          <p:nvPr/>
        </p:nvSpPr>
        <p:spPr>
          <a:xfrm>
            <a:off x="11430000" y="258603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13" name="直線矢印コネクタ 12"/>
          <p:cNvCxnSpPr>
            <a:stCxn id="11" idx="3"/>
            <a:endCxn id="12" idx="1"/>
          </p:cNvCxnSpPr>
          <p:nvPr/>
        </p:nvCxnSpPr>
        <p:spPr>
          <a:xfrm flipV="1">
            <a:off x="753870" y="2587433"/>
            <a:ext cx="10677525" cy="6735"/>
          </a:xfrm>
          <a:prstGeom prst="straightConnector1">
            <a:avLst/>
          </a:prstGeom>
          <a:ln w="38100">
            <a:solidFill>
              <a:srgbClr val="243449"/>
            </a:solidFill>
            <a:prstDash val="solid"/>
          </a:ln>
        </p:spPr>
      </p:cxnSp>
      <p:sp>
        <p:nvSpPr>
          <p:cNvPr id="14" name="円/楕円 13">
            <a:extLst>
              <a:ext uri="{FF2B5EF4-FFF2-40B4-BE49-F238E27FC236}">
                <a16:creationId xmlns:a16="http://schemas.microsoft.com/office/drawing/2014/main" id="{143BF0B6-9546-493D-8557-C13357D3CE44}"/>
              </a:ext>
            </a:extLst>
          </p:cNvPr>
          <p:cNvSpPr>
            <a:spLocks noGrp="1"/>
          </p:cNvSpPr>
          <p:nvPr/>
        </p:nvSpPr>
        <p:spPr>
          <a:xfrm>
            <a:off x="771525" y="24526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円/楕円 14">
            <a:extLst>
              <a:ext uri="{FF2B5EF4-FFF2-40B4-BE49-F238E27FC236}">
                <a16:creationId xmlns:a16="http://schemas.microsoft.com/office/drawing/2014/main" id="{6623E484-FBF5-43F9-AE2F-45BB4B954137}"/>
              </a:ext>
            </a:extLst>
          </p:cNvPr>
          <p:cNvSpPr>
            <a:spLocks noGrp="1"/>
          </p:cNvSpPr>
          <p:nvPr/>
        </p:nvSpPr>
        <p:spPr>
          <a:xfrm>
            <a:off x="781050" y="277653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16" name="直線矢印コネクタ 15"/>
          <p:cNvCxnSpPr>
            <a:stCxn id="14" idx="3"/>
            <a:endCxn id="15" idx="1"/>
          </p:cNvCxnSpPr>
          <p:nvPr/>
        </p:nvCxnSpPr>
        <p:spPr>
          <a:xfrm>
            <a:off x="772920" y="2460818"/>
            <a:ext cx="9525" cy="317115"/>
          </a:xfrm>
          <a:prstGeom prst="straightConnector1">
            <a:avLst/>
          </a:prstGeom>
          <a:ln w="28575">
            <a:solidFill>
              <a:srgbClr val="38BDF8"/>
            </a:solidFill>
            <a:prstDash val="solid"/>
          </a:ln>
        </p:spPr>
      </p:cxnSp>
      <p:sp>
        <p:nvSpPr>
          <p:cNvPr id="17" name="円/楕円 16">
            <a:extLst>
              <a:ext uri="{FF2B5EF4-FFF2-40B4-BE49-F238E27FC236}">
                <a16:creationId xmlns:a16="http://schemas.microsoft.com/office/drawing/2014/main" id="{257523C0-6F34-4C79-8AD8-CD79A91F464D}"/>
              </a:ext>
            </a:extLst>
          </p:cNvPr>
          <p:cNvSpPr>
            <a:spLocks noGrp="1"/>
          </p:cNvSpPr>
          <p:nvPr/>
        </p:nvSpPr>
        <p:spPr>
          <a:xfrm>
            <a:off x="1114425" y="24526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円/楕円 17">
            <a:extLst>
              <a:ext uri="{FF2B5EF4-FFF2-40B4-BE49-F238E27FC236}">
                <a16:creationId xmlns:a16="http://schemas.microsoft.com/office/drawing/2014/main" id="{B1E2A8BC-4ECF-40D8-9700-A8A2596A3F87}"/>
              </a:ext>
            </a:extLst>
          </p:cNvPr>
          <p:cNvSpPr>
            <a:spLocks noGrp="1"/>
          </p:cNvSpPr>
          <p:nvPr/>
        </p:nvSpPr>
        <p:spPr>
          <a:xfrm>
            <a:off x="1123950" y="26812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19" name="直線矢印コネクタ 18"/>
          <p:cNvCxnSpPr>
            <a:stCxn id="17" idx="3"/>
            <a:endCxn id="18" idx="1"/>
          </p:cNvCxnSpPr>
          <p:nvPr/>
        </p:nvCxnSpPr>
        <p:spPr>
          <a:xfrm>
            <a:off x="1115820" y="2460818"/>
            <a:ext cx="9525" cy="221865"/>
          </a:xfrm>
          <a:prstGeom prst="straightConnector1">
            <a:avLst/>
          </a:prstGeom>
          <a:ln w="9525">
            <a:solidFill>
              <a:srgbClr val="38BDF8"/>
            </a:solidFill>
            <a:prstDash val="solid"/>
          </a:ln>
        </p:spPr>
      </p:cxnSp>
      <p:sp>
        <p:nvSpPr>
          <p:cNvPr id="20" name="円/楕円 19">
            <a:extLst>
              <a:ext uri="{FF2B5EF4-FFF2-40B4-BE49-F238E27FC236}">
                <a16:creationId xmlns:a16="http://schemas.microsoft.com/office/drawing/2014/main" id="{00ED58B5-5ADC-49DB-9A4F-5F8707981465}"/>
              </a:ext>
            </a:extLst>
          </p:cNvPr>
          <p:cNvSpPr>
            <a:spLocks noGrp="1"/>
          </p:cNvSpPr>
          <p:nvPr/>
        </p:nvSpPr>
        <p:spPr>
          <a:xfrm>
            <a:off x="1457325" y="24526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円/楕円 20">
            <a:extLst>
              <a:ext uri="{FF2B5EF4-FFF2-40B4-BE49-F238E27FC236}">
                <a16:creationId xmlns:a16="http://schemas.microsoft.com/office/drawing/2014/main" id="{6D5D3B6D-68CD-46AE-9152-B8066A2ACF3E}"/>
              </a:ext>
            </a:extLst>
          </p:cNvPr>
          <p:cNvSpPr>
            <a:spLocks noGrp="1"/>
          </p:cNvSpPr>
          <p:nvPr/>
        </p:nvSpPr>
        <p:spPr>
          <a:xfrm>
            <a:off x="1466850" y="26812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22" name="直線矢印コネクタ 21"/>
          <p:cNvCxnSpPr>
            <a:stCxn id="20" idx="3"/>
            <a:endCxn id="21" idx="1"/>
          </p:cNvCxnSpPr>
          <p:nvPr/>
        </p:nvCxnSpPr>
        <p:spPr>
          <a:xfrm>
            <a:off x="1458720" y="2460818"/>
            <a:ext cx="9525" cy="221865"/>
          </a:xfrm>
          <a:prstGeom prst="straightConnector1">
            <a:avLst/>
          </a:prstGeom>
          <a:ln w="9525">
            <a:solidFill>
              <a:srgbClr val="38BDF8"/>
            </a:solidFill>
            <a:prstDash val="solid"/>
          </a:ln>
        </p:spPr>
      </p:cxnSp>
      <p:sp>
        <p:nvSpPr>
          <p:cNvPr id="23" name="円/楕円 22">
            <a:extLst>
              <a:ext uri="{FF2B5EF4-FFF2-40B4-BE49-F238E27FC236}">
                <a16:creationId xmlns:a16="http://schemas.microsoft.com/office/drawing/2014/main" id="{24F4779B-E4CA-4379-897C-7BD010C0BA00}"/>
              </a:ext>
            </a:extLst>
          </p:cNvPr>
          <p:cNvSpPr>
            <a:spLocks noGrp="1"/>
          </p:cNvSpPr>
          <p:nvPr/>
        </p:nvSpPr>
        <p:spPr>
          <a:xfrm>
            <a:off x="1800225" y="24526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円/楕円 23">
            <a:extLst>
              <a:ext uri="{FF2B5EF4-FFF2-40B4-BE49-F238E27FC236}">
                <a16:creationId xmlns:a16="http://schemas.microsoft.com/office/drawing/2014/main" id="{F83FF844-E8F0-4906-8142-521D88DCBB2E}"/>
              </a:ext>
            </a:extLst>
          </p:cNvPr>
          <p:cNvSpPr>
            <a:spLocks noGrp="1"/>
          </p:cNvSpPr>
          <p:nvPr/>
        </p:nvSpPr>
        <p:spPr>
          <a:xfrm>
            <a:off x="1809750" y="26812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25" name="直線矢印コネクタ 24"/>
          <p:cNvCxnSpPr>
            <a:stCxn id="23" idx="3"/>
            <a:endCxn id="24" idx="1"/>
          </p:cNvCxnSpPr>
          <p:nvPr/>
        </p:nvCxnSpPr>
        <p:spPr>
          <a:xfrm>
            <a:off x="1801620" y="2460818"/>
            <a:ext cx="9525" cy="221865"/>
          </a:xfrm>
          <a:prstGeom prst="straightConnector1">
            <a:avLst/>
          </a:prstGeom>
          <a:ln w="9525">
            <a:solidFill>
              <a:srgbClr val="38BDF8"/>
            </a:solidFill>
            <a:prstDash val="solid"/>
          </a:ln>
        </p:spPr>
      </p:cxnSp>
      <p:sp>
        <p:nvSpPr>
          <p:cNvPr id="26" name="円/楕円 25">
            <a:extLst>
              <a:ext uri="{FF2B5EF4-FFF2-40B4-BE49-F238E27FC236}">
                <a16:creationId xmlns:a16="http://schemas.microsoft.com/office/drawing/2014/main" id="{4DA5CE12-F7FF-4F18-8807-6B178E411DB4}"/>
              </a:ext>
            </a:extLst>
          </p:cNvPr>
          <p:cNvSpPr>
            <a:spLocks noGrp="1"/>
          </p:cNvSpPr>
          <p:nvPr/>
        </p:nvSpPr>
        <p:spPr>
          <a:xfrm>
            <a:off x="2143125" y="24526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円/楕円 26">
            <a:extLst>
              <a:ext uri="{FF2B5EF4-FFF2-40B4-BE49-F238E27FC236}">
                <a16:creationId xmlns:a16="http://schemas.microsoft.com/office/drawing/2014/main" id="{DC980D1A-B547-44CA-9FAC-FC27680C97B7}"/>
              </a:ext>
            </a:extLst>
          </p:cNvPr>
          <p:cNvSpPr>
            <a:spLocks noGrp="1"/>
          </p:cNvSpPr>
          <p:nvPr/>
        </p:nvSpPr>
        <p:spPr>
          <a:xfrm>
            <a:off x="2152650" y="26812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28" name="直線矢印コネクタ 27"/>
          <p:cNvCxnSpPr>
            <a:stCxn id="26" idx="3"/>
            <a:endCxn id="27" idx="1"/>
          </p:cNvCxnSpPr>
          <p:nvPr/>
        </p:nvCxnSpPr>
        <p:spPr>
          <a:xfrm>
            <a:off x="2144520" y="2460818"/>
            <a:ext cx="9525" cy="221865"/>
          </a:xfrm>
          <a:prstGeom prst="straightConnector1">
            <a:avLst/>
          </a:prstGeom>
          <a:ln w="9525">
            <a:solidFill>
              <a:srgbClr val="38BDF8"/>
            </a:solidFill>
            <a:prstDash val="solid"/>
          </a:ln>
        </p:spPr>
      </p:cxnSp>
      <p:sp>
        <p:nvSpPr>
          <p:cNvPr id="29" name="円/楕円 28">
            <a:extLst>
              <a:ext uri="{FF2B5EF4-FFF2-40B4-BE49-F238E27FC236}">
                <a16:creationId xmlns:a16="http://schemas.microsoft.com/office/drawing/2014/main" id="{2115675D-8AA2-45A0-94D2-94F46FAA4585}"/>
              </a:ext>
            </a:extLst>
          </p:cNvPr>
          <p:cNvSpPr>
            <a:spLocks noGrp="1"/>
          </p:cNvSpPr>
          <p:nvPr/>
        </p:nvSpPr>
        <p:spPr>
          <a:xfrm>
            <a:off x="2486025" y="24526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円/楕円 29">
            <a:extLst>
              <a:ext uri="{FF2B5EF4-FFF2-40B4-BE49-F238E27FC236}">
                <a16:creationId xmlns:a16="http://schemas.microsoft.com/office/drawing/2014/main" id="{52AC656F-6B69-4F48-8DAC-13C87F9D4F1E}"/>
              </a:ext>
            </a:extLst>
          </p:cNvPr>
          <p:cNvSpPr>
            <a:spLocks noGrp="1"/>
          </p:cNvSpPr>
          <p:nvPr/>
        </p:nvSpPr>
        <p:spPr>
          <a:xfrm>
            <a:off x="2495550" y="277653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31" name="直線矢印コネクタ 30"/>
          <p:cNvCxnSpPr>
            <a:stCxn id="29" idx="3"/>
            <a:endCxn id="30" idx="1"/>
          </p:cNvCxnSpPr>
          <p:nvPr/>
        </p:nvCxnSpPr>
        <p:spPr>
          <a:xfrm>
            <a:off x="2487420" y="2460818"/>
            <a:ext cx="9525" cy="317115"/>
          </a:xfrm>
          <a:prstGeom prst="straightConnector1">
            <a:avLst/>
          </a:prstGeom>
          <a:ln w="28575">
            <a:solidFill>
              <a:srgbClr val="38BDF8"/>
            </a:solidFill>
            <a:prstDash val="solid"/>
          </a:ln>
        </p:spPr>
      </p:cxnSp>
      <p:sp>
        <p:nvSpPr>
          <p:cNvPr id="32" name="円/楕円 31">
            <a:extLst>
              <a:ext uri="{FF2B5EF4-FFF2-40B4-BE49-F238E27FC236}">
                <a16:creationId xmlns:a16="http://schemas.microsoft.com/office/drawing/2014/main" id="{B1E728F7-FF97-4841-8182-2269D9BEF968}"/>
              </a:ext>
            </a:extLst>
          </p:cNvPr>
          <p:cNvSpPr>
            <a:spLocks noGrp="1"/>
          </p:cNvSpPr>
          <p:nvPr/>
        </p:nvSpPr>
        <p:spPr>
          <a:xfrm>
            <a:off x="2828925" y="24526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円/楕円 32">
            <a:extLst>
              <a:ext uri="{FF2B5EF4-FFF2-40B4-BE49-F238E27FC236}">
                <a16:creationId xmlns:a16="http://schemas.microsoft.com/office/drawing/2014/main" id="{A2ACE653-F700-4F96-97FE-9682E95AAF42}"/>
              </a:ext>
            </a:extLst>
          </p:cNvPr>
          <p:cNvSpPr>
            <a:spLocks noGrp="1"/>
          </p:cNvSpPr>
          <p:nvPr/>
        </p:nvSpPr>
        <p:spPr>
          <a:xfrm>
            <a:off x="2838450" y="26812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34" name="直線矢印コネクタ 33"/>
          <p:cNvCxnSpPr>
            <a:stCxn id="32" idx="3"/>
            <a:endCxn id="33" idx="1"/>
          </p:cNvCxnSpPr>
          <p:nvPr/>
        </p:nvCxnSpPr>
        <p:spPr>
          <a:xfrm>
            <a:off x="2830320" y="2460818"/>
            <a:ext cx="9525" cy="221865"/>
          </a:xfrm>
          <a:prstGeom prst="straightConnector1">
            <a:avLst/>
          </a:prstGeom>
          <a:ln w="9525">
            <a:solidFill>
              <a:srgbClr val="38BDF8"/>
            </a:solidFill>
            <a:prstDash val="solid"/>
          </a:ln>
        </p:spPr>
      </p:cxnSp>
      <p:sp>
        <p:nvSpPr>
          <p:cNvPr id="35" name="円/楕円 34">
            <a:extLst>
              <a:ext uri="{FF2B5EF4-FFF2-40B4-BE49-F238E27FC236}">
                <a16:creationId xmlns:a16="http://schemas.microsoft.com/office/drawing/2014/main" id="{5C59AEAD-3698-41F5-B56D-8971DDFABCA0}"/>
              </a:ext>
            </a:extLst>
          </p:cNvPr>
          <p:cNvSpPr>
            <a:spLocks noGrp="1"/>
          </p:cNvSpPr>
          <p:nvPr/>
        </p:nvSpPr>
        <p:spPr>
          <a:xfrm>
            <a:off x="3171825" y="24526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円/楕円 35">
            <a:extLst>
              <a:ext uri="{FF2B5EF4-FFF2-40B4-BE49-F238E27FC236}">
                <a16:creationId xmlns:a16="http://schemas.microsoft.com/office/drawing/2014/main" id="{CBED02FE-DB86-4439-82EA-FBFE36B9631E}"/>
              </a:ext>
            </a:extLst>
          </p:cNvPr>
          <p:cNvSpPr>
            <a:spLocks noGrp="1"/>
          </p:cNvSpPr>
          <p:nvPr/>
        </p:nvSpPr>
        <p:spPr>
          <a:xfrm>
            <a:off x="3181350" y="26812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37" name="直線矢印コネクタ 36"/>
          <p:cNvCxnSpPr>
            <a:stCxn id="35" idx="3"/>
            <a:endCxn id="36" idx="1"/>
          </p:cNvCxnSpPr>
          <p:nvPr/>
        </p:nvCxnSpPr>
        <p:spPr>
          <a:xfrm>
            <a:off x="3173220" y="2460818"/>
            <a:ext cx="9525" cy="221865"/>
          </a:xfrm>
          <a:prstGeom prst="straightConnector1">
            <a:avLst/>
          </a:prstGeom>
          <a:ln w="9525">
            <a:solidFill>
              <a:srgbClr val="38BDF8"/>
            </a:solidFill>
            <a:prstDash val="solid"/>
          </a:ln>
        </p:spPr>
      </p:cxnSp>
      <p:sp>
        <p:nvSpPr>
          <p:cNvPr id="38" name="円/楕円 37">
            <a:extLst>
              <a:ext uri="{FF2B5EF4-FFF2-40B4-BE49-F238E27FC236}">
                <a16:creationId xmlns:a16="http://schemas.microsoft.com/office/drawing/2014/main" id="{605561C7-909F-489A-97A5-F6B8ADF35961}"/>
              </a:ext>
            </a:extLst>
          </p:cNvPr>
          <p:cNvSpPr>
            <a:spLocks noGrp="1"/>
          </p:cNvSpPr>
          <p:nvPr/>
        </p:nvSpPr>
        <p:spPr>
          <a:xfrm>
            <a:off x="3514725" y="24526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円/楕円 38">
            <a:extLst>
              <a:ext uri="{FF2B5EF4-FFF2-40B4-BE49-F238E27FC236}">
                <a16:creationId xmlns:a16="http://schemas.microsoft.com/office/drawing/2014/main" id="{B3C69401-9A05-45EA-A30C-95F354D225FE}"/>
              </a:ext>
            </a:extLst>
          </p:cNvPr>
          <p:cNvSpPr>
            <a:spLocks noGrp="1"/>
          </p:cNvSpPr>
          <p:nvPr/>
        </p:nvSpPr>
        <p:spPr>
          <a:xfrm>
            <a:off x="3524250" y="26812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40" name="直線矢印コネクタ 39"/>
          <p:cNvCxnSpPr>
            <a:stCxn id="38" idx="3"/>
            <a:endCxn id="39" idx="1"/>
          </p:cNvCxnSpPr>
          <p:nvPr/>
        </p:nvCxnSpPr>
        <p:spPr>
          <a:xfrm>
            <a:off x="3516120" y="2460818"/>
            <a:ext cx="9525" cy="221865"/>
          </a:xfrm>
          <a:prstGeom prst="straightConnector1">
            <a:avLst/>
          </a:prstGeom>
          <a:ln w="9525">
            <a:solidFill>
              <a:srgbClr val="38BDF8"/>
            </a:solidFill>
            <a:prstDash val="solid"/>
          </a:ln>
        </p:spPr>
      </p:cxnSp>
      <p:sp>
        <p:nvSpPr>
          <p:cNvPr id="41" name="円/楕円 40">
            <a:extLst>
              <a:ext uri="{FF2B5EF4-FFF2-40B4-BE49-F238E27FC236}">
                <a16:creationId xmlns:a16="http://schemas.microsoft.com/office/drawing/2014/main" id="{A47B3E7D-4C41-44D3-B52D-0B6414DD703C}"/>
              </a:ext>
            </a:extLst>
          </p:cNvPr>
          <p:cNvSpPr>
            <a:spLocks noGrp="1"/>
          </p:cNvSpPr>
          <p:nvPr/>
        </p:nvSpPr>
        <p:spPr>
          <a:xfrm>
            <a:off x="3857625" y="24526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円/楕円 41">
            <a:extLst>
              <a:ext uri="{FF2B5EF4-FFF2-40B4-BE49-F238E27FC236}">
                <a16:creationId xmlns:a16="http://schemas.microsoft.com/office/drawing/2014/main" id="{37CFE63B-AD83-4B36-A166-CB059DFA2DA3}"/>
              </a:ext>
            </a:extLst>
          </p:cNvPr>
          <p:cNvSpPr>
            <a:spLocks noGrp="1"/>
          </p:cNvSpPr>
          <p:nvPr/>
        </p:nvSpPr>
        <p:spPr>
          <a:xfrm>
            <a:off x="3867150" y="26812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43" name="直線矢印コネクタ 42"/>
          <p:cNvCxnSpPr>
            <a:stCxn id="41" idx="3"/>
            <a:endCxn id="42" idx="1"/>
          </p:cNvCxnSpPr>
          <p:nvPr/>
        </p:nvCxnSpPr>
        <p:spPr>
          <a:xfrm>
            <a:off x="3859020" y="2460818"/>
            <a:ext cx="9525" cy="221865"/>
          </a:xfrm>
          <a:prstGeom prst="straightConnector1">
            <a:avLst/>
          </a:prstGeom>
          <a:ln w="9525">
            <a:solidFill>
              <a:srgbClr val="38BDF8"/>
            </a:solidFill>
            <a:prstDash val="solid"/>
          </a:ln>
        </p:spPr>
      </p:cxnSp>
      <p:sp>
        <p:nvSpPr>
          <p:cNvPr id="44" name="円/楕円 43">
            <a:extLst>
              <a:ext uri="{FF2B5EF4-FFF2-40B4-BE49-F238E27FC236}">
                <a16:creationId xmlns:a16="http://schemas.microsoft.com/office/drawing/2014/main" id="{51D7D826-C5D5-4F80-B192-08C8BE9498C6}"/>
              </a:ext>
            </a:extLst>
          </p:cNvPr>
          <p:cNvSpPr>
            <a:spLocks noGrp="1"/>
          </p:cNvSpPr>
          <p:nvPr/>
        </p:nvSpPr>
        <p:spPr>
          <a:xfrm>
            <a:off x="4200525" y="24526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円/楕円 44">
            <a:extLst>
              <a:ext uri="{FF2B5EF4-FFF2-40B4-BE49-F238E27FC236}">
                <a16:creationId xmlns:a16="http://schemas.microsoft.com/office/drawing/2014/main" id="{132D013A-C5A6-4ED3-A056-35E90AAE2897}"/>
              </a:ext>
            </a:extLst>
          </p:cNvPr>
          <p:cNvSpPr>
            <a:spLocks noGrp="1"/>
          </p:cNvSpPr>
          <p:nvPr/>
        </p:nvSpPr>
        <p:spPr>
          <a:xfrm>
            <a:off x="4210050" y="277653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46" name="直線矢印コネクタ 45"/>
          <p:cNvCxnSpPr>
            <a:stCxn id="44" idx="3"/>
            <a:endCxn id="45" idx="1"/>
          </p:cNvCxnSpPr>
          <p:nvPr/>
        </p:nvCxnSpPr>
        <p:spPr>
          <a:xfrm>
            <a:off x="4201920" y="2460818"/>
            <a:ext cx="9525" cy="317115"/>
          </a:xfrm>
          <a:prstGeom prst="straightConnector1">
            <a:avLst/>
          </a:prstGeom>
          <a:ln w="28575">
            <a:solidFill>
              <a:srgbClr val="38BDF8"/>
            </a:solidFill>
            <a:prstDash val="solid"/>
          </a:ln>
        </p:spPr>
      </p:cxnSp>
      <p:sp>
        <p:nvSpPr>
          <p:cNvPr id="47" name="円/楕円 46">
            <a:extLst>
              <a:ext uri="{FF2B5EF4-FFF2-40B4-BE49-F238E27FC236}">
                <a16:creationId xmlns:a16="http://schemas.microsoft.com/office/drawing/2014/main" id="{F7F8C0B4-E079-47CA-8ABF-99B907779A91}"/>
              </a:ext>
            </a:extLst>
          </p:cNvPr>
          <p:cNvSpPr>
            <a:spLocks noGrp="1"/>
          </p:cNvSpPr>
          <p:nvPr/>
        </p:nvSpPr>
        <p:spPr>
          <a:xfrm>
            <a:off x="4543425" y="24526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円/楕円 47">
            <a:extLst>
              <a:ext uri="{FF2B5EF4-FFF2-40B4-BE49-F238E27FC236}">
                <a16:creationId xmlns:a16="http://schemas.microsoft.com/office/drawing/2014/main" id="{5568D76D-FE27-4B75-8B8E-E2F3CD46B494}"/>
              </a:ext>
            </a:extLst>
          </p:cNvPr>
          <p:cNvSpPr>
            <a:spLocks noGrp="1"/>
          </p:cNvSpPr>
          <p:nvPr/>
        </p:nvSpPr>
        <p:spPr>
          <a:xfrm>
            <a:off x="4552950" y="26812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49" name="直線矢印コネクタ 48"/>
          <p:cNvCxnSpPr>
            <a:stCxn id="47" idx="3"/>
            <a:endCxn id="48" idx="1"/>
          </p:cNvCxnSpPr>
          <p:nvPr/>
        </p:nvCxnSpPr>
        <p:spPr>
          <a:xfrm>
            <a:off x="4544820" y="2460818"/>
            <a:ext cx="9525" cy="221865"/>
          </a:xfrm>
          <a:prstGeom prst="straightConnector1">
            <a:avLst/>
          </a:prstGeom>
          <a:ln w="9525">
            <a:solidFill>
              <a:srgbClr val="38BDF8"/>
            </a:solidFill>
            <a:prstDash val="solid"/>
          </a:ln>
        </p:spPr>
      </p:cxnSp>
      <p:sp>
        <p:nvSpPr>
          <p:cNvPr id="50" name="円/楕円 49">
            <a:extLst>
              <a:ext uri="{FF2B5EF4-FFF2-40B4-BE49-F238E27FC236}">
                <a16:creationId xmlns:a16="http://schemas.microsoft.com/office/drawing/2014/main" id="{550AAE52-0038-46F3-9B82-E353C71F3630}"/>
              </a:ext>
            </a:extLst>
          </p:cNvPr>
          <p:cNvSpPr>
            <a:spLocks noGrp="1"/>
          </p:cNvSpPr>
          <p:nvPr/>
        </p:nvSpPr>
        <p:spPr>
          <a:xfrm>
            <a:off x="4886325" y="24526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円/楕円 50">
            <a:extLst>
              <a:ext uri="{FF2B5EF4-FFF2-40B4-BE49-F238E27FC236}">
                <a16:creationId xmlns:a16="http://schemas.microsoft.com/office/drawing/2014/main" id="{A8BED08D-7517-451D-8582-F22861F6CE45}"/>
              </a:ext>
            </a:extLst>
          </p:cNvPr>
          <p:cNvSpPr>
            <a:spLocks noGrp="1"/>
          </p:cNvSpPr>
          <p:nvPr/>
        </p:nvSpPr>
        <p:spPr>
          <a:xfrm>
            <a:off x="4895850" y="26812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52" name="直線矢印コネクタ 51"/>
          <p:cNvCxnSpPr>
            <a:stCxn id="50" idx="3"/>
            <a:endCxn id="51" idx="1"/>
          </p:cNvCxnSpPr>
          <p:nvPr/>
        </p:nvCxnSpPr>
        <p:spPr>
          <a:xfrm>
            <a:off x="4887720" y="2460818"/>
            <a:ext cx="9525" cy="221865"/>
          </a:xfrm>
          <a:prstGeom prst="straightConnector1">
            <a:avLst/>
          </a:prstGeom>
          <a:ln w="9525">
            <a:solidFill>
              <a:srgbClr val="38BDF8"/>
            </a:solidFill>
            <a:prstDash val="solid"/>
          </a:ln>
        </p:spPr>
      </p:cxnSp>
      <p:sp>
        <p:nvSpPr>
          <p:cNvPr id="53" name="円/楕円 52">
            <a:extLst>
              <a:ext uri="{FF2B5EF4-FFF2-40B4-BE49-F238E27FC236}">
                <a16:creationId xmlns:a16="http://schemas.microsoft.com/office/drawing/2014/main" id="{A92E1C12-DA6E-49C8-937F-9AC329208D34}"/>
              </a:ext>
            </a:extLst>
          </p:cNvPr>
          <p:cNvSpPr>
            <a:spLocks noGrp="1"/>
          </p:cNvSpPr>
          <p:nvPr/>
        </p:nvSpPr>
        <p:spPr>
          <a:xfrm>
            <a:off x="5229225" y="24526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円/楕円 53">
            <a:extLst>
              <a:ext uri="{FF2B5EF4-FFF2-40B4-BE49-F238E27FC236}">
                <a16:creationId xmlns:a16="http://schemas.microsoft.com/office/drawing/2014/main" id="{64906FF2-A899-4879-BE4B-85A1F390EAAF}"/>
              </a:ext>
            </a:extLst>
          </p:cNvPr>
          <p:cNvSpPr>
            <a:spLocks noGrp="1"/>
          </p:cNvSpPr>
          <p:nvPr/>
        </p:nvSpPr>
        <p:spPr>
          <a:xfrm>
            <a:off x="5238750" y="26812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55" name="直線矢印コネクタ 54"/>
          <p:cNvCxnSpPr>
            <a:stCxn id="53" idx="3"/>
            <a:endCxn id="54" idx="1"/>
          </p:cNvCxnSpPr>
          <p:nvPr/>
        </p:nvCxnSpPr>
        <p:spPr>
          <a:xfrm>
            <a:off x="5230620" y="2460818"/>
            <a:ext cx="9525" cy="221865"/>
          </a:xfrm>
          <a:prstGeom prst="straightConnector1">
            <a:avLst/>
          </a:prstGeom>
          <a:ln w="9525">
            <a:solidFill>
              <a:srgbClr val="38BDF8"/>
            </a:solidFill>
            <a:prstDash val="solid"/>
          </a:ln>
        </p:spPr>
      </p:cxnSp>
      <p:sp>
        <p:nvSpPr>
          <p:cNvPr id="56" name="円/楕円 55">
            <a:extLst>
              <a:ext uri="{FF2B5EF4-FFF2-40B4-BE49-F238E27FC236}">
                <a16:creationId xmlns:a16="http://schemas.microsoft.com/office/drawing/2014/main" id="{684886A0-94DA-43D8-A11F-5709DFC5A12B}"/>
              </a:ext>
            </a:extLst>
          </p:cNvPr>
          <p:cNvSpPr>
            <a:spLocks noGrp="1"/>
          </p:cNvSpPr>
          <p:nvPr/>
        </p:nvSpPr>
        <p:spPr>
          <a:xfrm>
            <a:off x="5572125" y="24526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7" name="円/楕円 56">
            <a:extLst>
              <a:ext uri="{FF2B5EF4-FFF2-40B4-BE49-F238E27FC236}">
                <a16:creationId xmlns:a16="http://schemas.microsoft.com/office/drawing/2014/main" id="{F15298F4-1726-4491-921B-82195E256CD3}"/>
              </a:ext>
            </a:extLst>
          </p:cNvPr>
          <p:cNvSpPr>
            <a:spLocks noGrp="1"/>
          </p:cNvSpPr>
          <p:nvPr/>
        </p:nvSpPr>
        <p:spPr>
          <a:xfrm>
            <a:off x="5581650" y="26812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58" name="直線矢印コネクタ 57"/>
          <p:cNvCxnSpPr>
            <a:stCxn id="56" idx="3"/>
            <a:endCxn id="57" idx="1"/>
          </p:cNvCxnSpPr>
          <p:nvPr/>
        </p:nvCxnSpPr>
        <p:spPr>
          <a:xfrm>
            <a:off x="5573520" y="2460818"/>
            <a:ext cx="9525" cy="221865"/>
          </a:xfrm>
          <a:prstGeom prst="straightConnector1">
            <a:avLst/>
          </a:prstGeom>
          <a:ln w="9525">
            <a:solidFill>
              <a:srgbClr val="38BDF8"/>
            </a:solidFill>
            <a:prstDash val="solid"/>
          </a:ln>
        </p:spPr>
      </p:cxnSp>
      <p:sp>
        <p:nvSpPr>
          <p:cNvPr id="59" name="円/楕円 58">
            <a:extLst>
              <a:ext uri="{FF2B5EF4-FFF2-40B4-BE49-F238E27FC236}">
                <a16:creationId xmlns:a16="http://schemas.microsoft.com/office/drawing/2014/main" id="{D71621C9-55E6-4D9F-8083-10817DF88F32}"/>
              </a:ext>
            </a:extLst>
          </p:cNvPr>
          <p:cNvSpPr>
            <a:spLocks noGrp="1"/>
          </p:cNvSpPr>
          <p:nvPr/>
        </p:nvSpPr>
        <p:spPr>
          <a:xfrm>
            <a:off x="5915025" y="24526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0" name="円/楕円 59">
            <a:extLst>
              <a:ext uri="{FF2B5EF4-FFF2-40B4-BE49-F238E27FC236}">
                <a16:creationId xmlns:a16="http://schemas.microsoft.com/office/drawing/2014/main" id="{CBDA7597-E497-41AF-94CB-AF16CA06EDF8}"/>
              </a:ext>
            </a:extLst>
          </p:cNvPr>
          <p:cNvSpPr>
            <a:spLocks noGrp="1"/>
          </p:cNvSpPr>
          <p:nvPr/>
        </p:nvSpPr>
        <p:spPr>
          <a:xfrm>
            <a:off x="5924550" y="277653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61" name="直線矢印コネクタ 60"/>
          <p:cNvCxnSpPr>
            <a:stCxn id="59" idx="3"/>
            <a:endCxn id="60" idx="1"/>
          </p:cNvCxnSpPr>
          <p:nvPr/>
        </p:nvCxnSpPr>
        <p:spPr>
          <a:xfrm>
            <a:off x="5916420" y="2460818"/>
            <a:ext cx="9525" cy="317115"/>
          </a:xfrm>
          <a:prstGeom prst="straightConnector1">
            <a:avLst/>
          </a:prstGeom>
          <a:ln w="28575">
            <a:solidFill>
              <a:srgbClr val="38BDF8"/>
            </a:solidFill>
            <a:prstDash val="solid"/>
          </a:ln>
        </p:spPr>
      </p:cxnSp>
      <p:sp>
        <p:nvSpPr>
          <p:cNvPr id="62" name="円/楕円 61">
            <a:extLst>
              <a:ext uri="{FF2B5EF4-FFF2-40B4-BE49-F238E27FC236}">
                <a16:creationId xmlns:a16="http://schemas.microsoft.com/office/drawing/2014/main" id="{978A21C0-10DC-4DF1-9104-A43C63D49A50}"/>
              </a:ext>
            </a:extLst>
          </p:cNvPr>
          <p:cNvSpPr>
            <a:spLocks noGrp="1"/>
          </p:cNvSpPr>
          <p:nvPr/>
        </p:nvSpPr>
        <p:spPr>
          <a:xfrm>
            <a:off x="6257925" y="24526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円/楕円 62">
            <a:extLst>
              <a:ext uri="{FF2B5EF4-FFF2-40B4-BE49-F238E27FC236}">
                <a16:creationId xmlns:a16="http://schemas.microsoft.com/office/drawing/2014/main" id="{6ACB3121-74D6-47EC-B290-1C0ECB7D009D}"/>
              </a:ext>
            </a:extLst>
          </p:cNvPr>
          <p:cNvSpPr>
            <a:spLocks noGrp="1"/>
          </p:cNvSpPr>
          <p:nvPr/>
        </p:nvSpPr>
        <p:spPr>
          <a:xfrm>
            <a:off x="6267450" y="26812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64" name="直線矢印コネクタ 63"/>
          <p:cNvCxnSpPr>
            <a:stCxn id="62" idx="3"/>
            <a:endCxn id="63" idx="1"/>
          </p:cNvCxnSpPr>
          <p:nvPr/>
        </p:nvCxnSpPr>
        <p:spPr>
          <a:xfrm>
            <a:off x="6259320" y="2460818"/>
            <a:ext cx="9525" cy="221865"/>
          </a:xfrm>
          <a:prstGeom prst="straightConnector1">
            <a:avLst/>
          </a:prstGeom>
          <a:ln w="9525">
            <a:solidFill>
              <a:srgbClr val="2DD4BF"/>
            </a:solidFill>
            <a:prstDash val="solid"/>
          </a:ln>
        </p:spPr>
      </p:cxnSp>
      <p:sp>
        <p:nvSpPr>
          <p:cNvPr id="65" name="円/楕円 64">
            <a:extLst>
              <a:ext uri="{FF2B5EF4-FFF2-40B4-BE49-F238E27FC236}">
                <a16:creationId xmlns:a16="http://schemas.microsoft.com/office/drawing/2014/main" id="{DACF3AF8-6DA9-4602-B443-CE24D5254E71}"/>
              </a:ext>
            </a:extLst>
          </p:cNvPr>
          <p:cNvSpPr>
            <a:spLocks noGrp="1"/>
          </p:cNvSpPr>
          <p:nvPr/>
        </p:nvSpPr>
        <p:spPr>
          <a:xfrm>
            <a:off x="6600825" y="24526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6" name="円/楕円 65">
            <a:extLst>
              <a:ext uri="{FF2B5EF4-FFF2-40B4-BE49-F238E27FC236}">
                <a16:creationId xmlns:a16="http://schemas.microsoft.com/office/drawing/2014/main" id="{887B19AB-AB35-49B0-AED1-F68BFFD635AD}"/>
              </a:ext>
            </a:extLst>
          </p:cNvPr>
          <p:cNvSpPr>
            <a:spLocks noGrp="1"/>
          </p:cNvSpPr>
          <p:nvPr/>
        </p:nvSpPr>
        <p:spPr>
          <a:xfrm>
            <a:off x="6610350" y="26812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67" name="直線矢印コネクタ 66"/>
          <p:cNvCxnSpPr>
            <a:stCxn id="65" idx="3"/>
            <a:endCxn id="66" idx="1"/>
          </p:cNvCxnSpPr>
          <p:nvPr/>
        </p:nvCxnSpPr>
        <p:spPr>
          <a:xfrm>
            <a:off x="6602220" y="2460818"/>
            <a:ext cx="9525" cy="221865"/>
          </a:xfrm>
          <a:prstGeom prst="straightConnector1">
            <a:avLst/>
          </a:prstGeom>
          <a:ln w="9525">
            <a:solidFill>
              <a:srgbClr val="2DD4BF"/>
            </a:solidFill>
            <a:prstDash val="solid"/>
          </a:ln>
        </p:spPr>
      </p:cxnSp>
      <p:sp>
        <p:nvSpPr>
          <p:cNvPr id="68" name="円/楕円 67">
            <a:extLst>
              <a:ext uri="{FF2B5EF4-FFF2-40B4-BE49-F238E27FC236}">
                <a16:creationId xmlns:a16="http://schemas.microsoft.com/office/drawing/2014/main" id="{37C79E66-69A3-4B50-9375-1E44AEF5E69F}"/>
              </a:ext>
            </a:extLst>
          </p:cNvPr>
          <p:cNvSpPr>
            <a:spLocks noGrp="1"/>
          </p:cNvSpPr>
          <p:nvPr/>
        </p:nvSpPr>
        <p:spPr>
          <a:xfrm>
            <a:off x="6943725" y="24526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9" name="円/楕円 68">
            <a:extLst>
              <a:ext uri="{FF2B5EF4-FFF2-40B4-BE49-F238E27FC236}">
                <a16:creationId xmlns:a16="http://schemas.microsoft.com/office/drawing/2014/main" id="{8790B2EF-4861-4D36-A96D-6CA2BBD6A6BC}"/>
              </a:ext>
            </a:extLst>
          </p:cNvPr>
          <p:cNvSpPr>
            <a:spLocks noGrp="1"/>
          </p:cNvSpPr>
          <p:nvPr/>
        </p:nvSpPr>
        <p:spPr>
          <a:xfrm>
            <a:off x="6953250" y="26812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70" name="直線矢印コネクタ 69"/>
          <p:cNvCxnSpPr>
            <a:stCxn id="68" idx="3"/>
            <a:endCxn id="69" idx="1"/>
          </p:cNvCxnSpPr>
          <p:nvPr/>
        </p:nvCxnSpPr>
        <p:spPr>
          <a:xfrm>
            <a:off x="6945120" y="2460818"/>
            <a:ext cx="9525" cy="221865"/>
          </a:xfrm>
          <a:prstGeom prst="straightConnector1">
            <a:avLst/>
          </a:prstGeom>
          <a:ln w="9525">
            <a:solidFill>
              <a:srgbClr val="2DD4BF"/>
            </a:solidFill>
            <a:prstDash val="solid"/>
          </a:ln>
        </p:spPr>
      </p:cxnSp>
      <p:sp>
        <p:nvSpPr>
          <p:cNvPr id="71" name="円/楕円 70">
            <a:extLst>
              <a:ext uri="{FF2B5EF4-FFF2-40B4-BE49-F238E27FC236}">
                <a16:creationId xmlns:a16="http://schemas.microsoft.com/office/drawing/2014/main" id="{0B58AB0C-2332-4023-A62D-D088C0E63B64}"/>
              </a:ext>
            </a:extLst>
          </p:cNvPr>
          <p:cNvSpPr>
            <a:spLocks noGrp="1"/>
          </p:cNvSpPr>
          <p:nvPr/>
        </p:nvSpPr>
        <p:spPr>
          <a:xfrm>
            <a:off x="7286625" y="24526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2" name="円/楕円 71">
            <a:extLst>
              <a:ext uri="{FF2B5EF4-FFF2-40B4-BE49-F238E27FC236}">
                <a16:creationId xmlns:a16="http://schemas.microsoft.com/office/drawing/2014/main" id="{55D9A8E6-D598-4BA6-AB15-2EA595E43847}"/>
              </a:ext>
            </a:extLst>
          </p:cNvPr>
          <p:cNvSpPr>
            <a:spLocks noGrp="1"/>
          </p:cNvSpPr>
          <p:nvPr/>
        </p:nvSpPr>
        <p:spPr>
          <a:xfrm>
            <a:off x="7296150" y="26812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73" name="直線矢印コネクタ 72"/>
          <p:cNvCxnSpPr>
            <a:stCxn id="71" idx="3"/>
            <a:endCxn id="72" idx="1"/>
          </p:cNvCxnSpPr>
          <p:nvPr/>
        </p:nvCxnSpPr>
        <p:spPr>
          <a:xfrm>
            <a:off x="7288020" y="2460818"/>
            <a:ext cx="9525" cy="221865"/>
          </a:xfrm>
          <a:prstGeom prst="straightConnector1">
            <a:avLst/>
          </a:prstGeom>
          <a:ln w="9525">
            <a:solidFill>
              <a:srgbClr val="2DD4BF"/>
            </a:solidFill>
            <a:prstDash val="solid"/>
          </a:ln>
        </p:spPr>
      </p:cxnSp>
      <p:sp>
        <p:nvSpPr>
          <p:cNvPr id="74" name="円/楕円 73">
            <a:extLst>
              <a:ext uri="{FF2B5EF4-FFF2-40B4-BE49-F238E27FC236}">
                <a16:creationId xmlns:a16="http://schemas.microsoft.com/office/drawing/2014/main" id="{9C6813E2-E78D-4D1F-925C-969C0801ACD5}"/>
              </a:ext>
            </a:extLst>
          </p:cNvPr>
          <p:cNvSpPr>
            <a:spLocks noGrp="1"/>
          </p:cNvSpPr>
          <p:nvPr/>
        </p:nvSpPr>
        <p:spPr>
          <a:xfrm>
            <a:off x="7629525" y="24526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5" name="円/楕円 74">
            <a:extLst>
              <a:ext uri="{FF2B5EF4-FFF2-40B4-BE49-F238E27FC236}">
                <a16:creationId xmlns:a16="http://schemas.microsoft.com/office/drawing/2014/main" id="{6D131179-363F-4022-8C40-60286AEA873D}"/>
              </a:ext>
            </a:extLst>
          </p:cNvPr>
          <p:cNvSpPr>
            <a:spLocks noGrp="1"/>
          </p:cNvSpPr>
          <p:nvPr/>
        </p:nvSpPr>
        <p:spPr>
          <a:xfrm>
            <a:off x="7639050" y="277653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76" name="直線矢印コネクタ 75"/>
          <p:cNvCxnSpPr>
            <a:stCxn id="74" idx="3"/>
            <a:endCxn id="75" idx="1"/>
          </p:cNvCxnSpPr>
          <p:nvPr/>
        </p:nvCxnSpPr>
        <p:spPr>
          <a:xfrm>
            <a:off x="7630920" y="2460818"/>
            <a:ext cx="9525" cy="317115"/>
          </a:xfrm>
          <a:prstGeom prst="straightConnector1">
            <a:avLst/>
          </a:prstGeom>
          <a:ln w="28575">
            <a:solidFill>
              <a:srgbClr val="2DD4BF"/>
            </a:solidFill>
            <a:prstDash val="solid"/>
          </a:ln>
        </p:spPr>
      </p:cxnSp>
      <p:sp>
        <p:nvSpPr>
          <p:cNvPr id="77" name="円/楕円 76">
            <a:extLst>
              <a:ext uri="{FF2B5EF4-FFF2-40B4-BE49-F238E27FC236}">
                <a16:creationId xmlns:a16="http://schemas.microsoft.com/office/drawing/2014/main" id="{0FA20B39-C88C-4AFD-ACA7-6D3167CD5F61}"/>
              </a:ext>
            </a:extLst>
          </p:cNvPr>
          <p:cNvSpPr>
            <a:spLocks noGrp="1"/>
          </p:cNvSpPr>
          <p:nvPr/>
        </p:nvSpPr>
        <p:spPr>
          <a:xfrm>
            <a:off x="7972425" y="24526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8" name="円/楕円 77">
            <a:extLst>
              <a:ext uri="{FF2B5EF4-FFF2-40B4-BE49-F238E27FC236}">
                <a16:creationId xmlns:a16="http://schemas.microsoft.com/office/drawing/2014/main" id="{6EB83E40-9081-46AA-B884-7700DA6F6281}"/>
              </a:ext>
            </a:extLst>
          </p:cNvPr>
          <p:cNvSpPr>
            <a:spLocks noGrp="1"/>
          </p:cNvSpPr>
          <p:nvPr/>
        </p:nvSpPr>
        <p:spPr>
          <a:xfrm>
            <a:off x="7981950" y="26812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79" name="直線矢印コネクタ 78"/>
          <p:cNvCxnSpPr>
            <a:stCxn id="77" idx="3"/>
            <a:endCxn id="78" idx="1"/>
          </p:cNvCxnSpPr>
          <p:nvPr/>
        </p:nvCxnSpPr>
        <p:spPr>
          <a:xfrm>
            <a:off x="7973820" y="2460818"/>
            <a:ext cx="9525" cy="221865"/>
          </a:xfrm>
          <a:prstGeom prst="straightConnector1">
            <a:avLst/>
          </a:prstGeom>
          <a:ln w="9525">
            <a:solidFill>
              <a:srgbClr val="2DD4BF"/>
            </a:solidFill>
            <a:prstDash val="solid"/>
          </a:ln>
        </p:spPr>
      </p:cxnSp>
      <p:sp>
        <p:nvSpPr>
          <p:cNvPr id="80" name="円/楕円 79">
            <a:extLst>
              <a:ext uri="{FF2B5EF4-FFF2-40B4-BE49-F238E27FC236}">
                <a16:creationId xmlns:a16="http://schemas.microsoft.com/office/drawing/2014/main" id="{92F9C57D-E2D5-462B-87C0-8DBDAA56E046}"/>
              </a:ext>
            </a:extLst>
          </p:cNvPr>
          <p:cNvSpPr>
            <a:spLocks noGrp="1"/>
          </p:cNvSpPr>
          <p:nvPr/>
        </p:nvSpPr>
        <p:spPr>
          <a:xfrm>
            <a:off x="8315325" y="24526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1" name="円/楕円 80">
            <a:extLst>
              <a:ext uri="{FF2B5EF4-FFF2-40B4-BE49-F238E27FC236}">
                <a16:creationId xmlns:a16="http://schemas.microsoft.com/office/drawing/2014/main" id="{3ED31640-02A9-4F4F-8222-E5D5845755D2}"/>
              </a:ext>
            </a:extLst>
          </p:cNvPr>
          <p:cNvSpPr>
            <a:spLocks noGrp="1"/>
          </p:cNvSpPr>
          <p:nvPr/>
        </p:nvSpPr>
        <p:spPr>
          <a:xfrm>
            <a:off x="8324850" y="26812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82" name="直線矢印コネクタ 81"/>
          <p:cNvCxnSpPr>
            <a:stCxn id="80" idx="3"/>
            <a:endCxn id="81" idx="1"/>
          </p:cNvCxnSpPr>
          <p:nvPr/>
        </p:nvCxnSpPr>
        <p:spPr>
          <a:xfrm>
            <a:off x="8316720" y="2460818"/>
            <a:ext cx="9525" cy="221865"/>
          </a:xfrm>
          <a:prstGeom prst="straightConnector1">
            <a:avLst/>
          </a:prstGeom>
          <a:ln w="9525">
            <a:solidFill>
              <a:srgbClr val="2DD4BF"/>
            </a:solidFill>
            <a:prstDash val="solid"/>
          </a:ln>
        </p:spPr>
      </p:cxnSp>
      <p:sp>
        <p:nvSpPr>
          <p:cNvPr id="83" name="円/楕円 82">
            <a:extLst>
              <a:ext uri="{FF2B5EF4-FFF2-40B4-BE49-F238E27FC236}">
                <a16:creationId xmlns:a16="http://schemas.microsoft.com/office/drawing/2014/main" id="{A03C9FC6-8ACA-4685-83B0-B245260F03CD}"/>
              </a:ext>
            </a:extLst>
          </p:cNvPr>
          <p:cNvSpPr>
            <a:spLocks noGrp="1"/>
          </p:cNvSpPr>
          <p:nvPr/>
        </p:nvSpPr>
        <p:spPr>
          <a:xfrm>
            <a:off x="8658225" y="24526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4" name="円/楕円 83">
            <a:extLst>
              <a:ext uri="{FF2B5EF4-FFF2-40B4-BE49-F238E27FC236}">
                <a16:creationId xmlns:a16="http://schemas.microsoft.com/office/drawing/2014/main" id="{3D6EF834-2D0F-4518-B152-3A449A04E597}"/>
              </a:ext>
            </a:extLst>
          </p:cNvPr>
          <p:cNvSpPr>
            <a:spLocks noGrp="1"/>
          </p:cNvSpPr>
          <p:nvPr/>
        </p:nvSpPr>
        <p:spPr>
          <a:xfrm>
            <a:off x="8667750" y="26812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85" name="直線矢印コネクタ 84"/>
          <p:cNvCxnSpPr>
            <a:stCxn id="83" idx="3"/>
            <a:endCxn id="84" idx="1"/>
          </p:cNvCxnSpPr>
          <p:nvPr/>
        </p:nvCxnSpPr>
        <p:spPr>
          <a:xfrm>
            <a:off x="8659620" y="2460818"/>
            <a:ext cx="9525" cy="221865"/>
          </a:xfrm>
          <a:prstGeom prst="straightConnector1">
            <a:avLst/>
          </a:prstGeom>
          <a:ln w="9525">
            <a:solidFill>
              <a:srgbClr val="2DD4BF"/>
            </a:solidFill>
            <a:prstDash val="solid"/>
          </a:ln>
        </p:spPr>
      </p:cxnSp>
      <p:sp>
        <p:nvSpPr>
          <p:cNvPr id="86" name="円/楕円 85">
            <a:extLst>
              <a:ext uri="{FF2B5EF4-FFF2-40B4-BE49-F238E27FC236}">
                <a16:creationId xmlns:a16="http://schemas.microsoft.com/office/drawing/2014/main" id="{B976550E-E7FC-40A6-92AB-9AE40142428A}"/>
              </a:ext>
            </a:extLst>
          </p:cNvPr>
          <p:cNvSpPr>
            <a:spLocks noGrp="1"/>
          </p:cNvSpPr>
          <p:nvPr/>
        </p:nvSpPr>
        <p:spPr>
          <a:xfrm>
            <a:off x="9001125" y="24526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7" name="円/楕円 86">
            <a:extLst>
              <a:ext uri="{FF2B5EF4-FFF2-40B4-BE49-F238E27FC236}">
                <a16:creationId xmlns:a16="http://schemas.microsoft.com/office/drawing/2014/main" id="{326C1D34-73D2-4B9C-A4AE-3DBD0EB6FB11}"/>
              </a:ext>
            </a:extLst>
          </p:cNvPr>
          <p:cNvSpPr>
            <a:spLocks noGrp="1"/>
          </p:cNvSpPr>
          <p:nvPr/>
        </p:nvSpPr>
        <p:spPr>
          <a:xfrm>
            <a:off x="9010650" y="26812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88" name="直線矢印コネクタ 87"/>
          <p:cNvCxnSpPr>
            <a:stCxn id="86" idx="3"/>
            <a:endCxn id="87" idx="1"/>
          </p:cNvCxnSpPr>
          <p:nvPr/>
        </p:nvCxnSpPr>
        <p:spPr>
          <a:xfrm>
            <a:off x="9002520" y="2460818"/>
            <a:ext cx="9525" cy="221865"/>
          </a:xfrm>
          <a:prstGeom prst="straightConnector1">
            <a:avLst/>
          </a:prstGeom>
          <a:ln w="9525">
            <a:solidFill>
              <a:srgbClr val="2DD4BF"/>
            </a:solidFill>
            <a:prstDash val="solid"/>
          </a:ln>
        </p:spPr>
      </p:cxnSp>
      <p:sp>
        <p:nvSpPr>
          <p:cNvPr id="89" name="円/楕円 88">
            <a:extLst>
              <a:ext uri="{FF2B5EF4-FFF2-40B4-BE49-F238E27FC236}">
                <a16:creationId xmlns:a16="http://schemas.microsoft.com/office/drawing/2014/main" id="{0280D337-8359-4103-B63B-D7C3917DE9CC}"/>
              </a:ext>
            </a:extLst>
          </p:cNvPr>
          <p:cNvSpPr>
            <a:spLocks noGrp="1"/>
          </p:cNvSpPr>
          <p:nvPr/>
        </p:nvSpPr>
        <p:spPr>
          <a:xfrm>
            <a:off x="9344025" y="24526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0" name="円/楕円 89">
            <a:extLst>
              <a:ext uri="{FF2B5EF4-FFF2-40B4-BE49-F238E27FC236}">
                <a16:creationId xmlns:a16="http://schemas.microsoft.com/office/drawing/2014/main" id="{DBB9B4A9-6A67-4927-AFFE-B4E165E152D5}"/>
              </a:ext>
            </a:extLst>
          </p:cNvPr>
          <p:cNvSpPr>
            <a:spLocks noGrp="1"/>
          </p:cNvSpPr>
          <p:nvPr/>
        </p:nvSpPr>
        <p:spPr>
          <a:xfrm>
            <a:off x="9353550" y="277653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91" name="直線矢印コネクタ 90"/>
          <p:cNvCxnSpPr>
            <a:stCxn id="89" idx="3"/>
            <a:endCxn id="90" idx="1"/>
          </p:cNvCxnSpPr>
          <p:nvPr/>
        </p:nvCxnSpPr>
        <p:spPr>
          <a:xfrm>
            <a:off x="9345420" y="2460818"/>
            <a:ext cx="9525" cy="317115"/>
          </a:xfrm>
          <a:prstGeom prst="straightConnector1">
            <a:avLst/>
          </a:prstGeom>
          <a:ln w="28575">
            <a:solidFill>
              <a:srgbClr val="2DD4BF"/>
            </a:solidFill>
            <a:prstDash val="solid"/>
          </a:ln>
        </p:spPr>
      </p:cxnSp>
      <p:sp>
        <p:nvSpPr>
          <p:cNvPr id="92" name="円/楕円 91">
            <a:extLst>
              <a:ext uri="{FF2B5EF4-FFF2-40B4-BE49-F238E27FC236}">
                <a16:creationId xmlns:a16="http://schemas.microsoft.com/office/drawing/2014/main" id="{92937190-1EF4-4B87-BB11-9A43AD9CF376}"/>
              </a:ext>
            </a:extLst>
          </p:cNvPr>
          <p:cNvSpPr>
            <a:spLocks noGrp="1"/>
          </p:cNvSpPr>
          <p:nvPr/>
        </p:nvSpPr>
        <p:spPr>
          <a:xfrm>
            <a:off x="9686925" y="24526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3" name="円/楕円 92">
            <a:extLst>
              <a:ext uri="{FF2B5EF4-FFF2-40B4-BE49-F238E27FC236}">
                <a16:creationId xmlns:a16="http://schemas.microsoft.com/office/drawing/2014/main" id="{C7CE3E2F-4BA4-4A37-8924-DB78407A2F60}"/>
              </a:ext>
            </a:extLst>
          </p:cNvPr>
          <p:cNvSpPr>
            <a:spLocks noGrp="1"/>
          </p:cNvSpPr>
          <p:nvPr/>
        </p:nvSpPr>
        <p:spPr>
          <a:xfrm>
            <a:off x="9696450" y="26812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94" name="直線矢印コネクタ 93"/>
          <p:cNvCxnSpPr>
            <a:stCxn id="92" idx="3"/>
            <a:endCxn id="93" idx="1"/>
          </p:cNvCxnSpPr>
          <p:nvPr/>
        </p:nvCxnSpPr>
        <p:spPr>
          <a:xfrm>
            <a:off x="9688320" y="2460818"/>
            <a:ext cx="9525" cy="221865"/>
          </a:xfrm>
          <a:prstGeom prst="straightConnector1">
            <a:avLst/>
          </a:prstGeom>
          <a:ln w="9525">
            <a:solidFill>
              <a:srgbClr val="2DD4BF"/>
            </a:solidFill>
            <a:prstDash val="solid"/>
          </a:ln>
        </p:spPr>
      </p:cxnSp>
      <p:sp>
        <p:nvSpPr>
          <p:cNvPr id="95" name="円/楕円 94">
            <a:extLst>
              <a:ext uri="{FF2B5EF4-FFF2-40B4-BE49-F238E27FC236}">
                <a16:creationId xmlns:a16="http://schemas.microsoft.com/office/drawing/2014/main" id="{455F9028-DB48-4325-9B6C-4640AD700FF2}"/>
              </a:ext>
            </a:extLst>
          </p:cNvPr>
          <p:cNvSpPr>
            <a:spLocks noGrp="1"/>
          </p:cNvSpPr>
          <p:nvPr/>
        </p:nvSpPr>
        <p:spPr>
          <a:xfrm>
            <a:off x="10029825" y="24526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6" name="円/楕円 95">
            <a:extLst>
              <a:ext uri="{FF2B5EF4-FFF2-40B4-BE49-F238E27FC236}">
                <a16:creationId xmlns:a16="http://schemas.microsoft.com/office/drawing/2014/main" id="{E3C0A4B6-5FBC-4D31-8AD6-BC016E3F4CA7}"/>
              </a:ext>
            </a:extLst>
          </p:cNvPr>
          <p:cNvSpPr>
            <a:spLocks noGrp="1"/>
          </p:cNvSpPr>
          <p:nvPr/>
        </p:nvSpPr>
        <p:spPr>
          <a:xfrm>
            <a:off x="10039350" y="26812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97" name="直線矢印コネクタ 96"/>
          <p:cNvCxnSpPr>
            <a:stCxn id="95" idx="3"/>
            <a:endCxn id="96" idx="1"/>
          </p:cNvCxnSpPr>
          <p:nvPr/>
        </p:nvCxnSpPr>
        <p:spPr>
          <a:xfrm>
            <a:off x="10031220" y="2460818"/>
            <a:ext cx="9525" cy="221865"/>
          </a:xfrm>
          <a:prstGeom prst="straightConnector1">
            <a:avLst/>
          </a:prstGeom>
          <a:ln w="9525">
            <a:solidFill>
              <a:srgbClr val="2DD4BF"/>
            </a:solidFill>
            <a:prstDash val="solid"/>
          </a:ln>
        </p:spPr>
      </p:cxnSp>
      <p:sp>
        <p:nvSpPr>
          <p:cNvPr id="98" name="円/楕円 97">
            <a:extLst>
              <a:ext uri="{FF2B5EF4-FFF2-40B4-BE49-F238E27FC236}">
                <a16:creationId xmlns:a16="http://schemas.microsoft.com/office/drawing/2014/main" id="{81F120B7-E61E-4756-81CE-781097B6B862}"/>
              </a:ext>
            </a:extLst>
          </p:cNvPr>
          <p:cNvSpPr>
            <a:spLocks noGrp="1"/>
          </p:cNvSpPr>
          <p:nvPr/>
        </p:nvSpPr>
        <p:spPr>
          <a:xfrm>
            <a:off x="10372725" y="24526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9" name="円/楕円 98">
            <a:extLst>
              <a:ext uri="{FF2B5EF4-FFF2-40B4-BE49-F238E27FC236}">
                <a16:creationId xmlns:a16="http://schemas.microsoft.com/office/drawing/2014/main" id="{6B6E8D29-989B-432C-9C5A-5D4B64832A39}"/>
              </a:ext>
            </a:extLst>
          </p:cNvPr>
          <p:cNvSpPr>
            <a:spLocks noGrp="1"/>
          </p:cNvSpPr>
          <p:nvPr/>
        </p:nvSpPr>
        <p:spPr>
          <a:xfrm>
            <a:off x="10382250" y="26812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100" name="直線矢印コネクタ 99"/>
          <p:cNvCxnSpPr>
            <a:stCxn id="98" idx="3"/>
            <a:endCxn id="99" idx="1"/>
          </p:cNvCxnSpPr>
          <p:nvPr/>
        </p:nvCxnSpPr>
        <p:spPr>
          <a:xfrm>
            <a:off x="10374120" y="2460818"/>
            <a:ext cx="9525" cy="221865"/>
          </a:xfrm>
          <a:prstGeom prst="straightConnector1">
            <a:avLst/>
          </a:prstGeom>
          <a:ln w="9525">
            <a:solidFill>
              <a:srgbClr val="2DD4BF"/>
            </a:solidFill>
            <a:prstDash val="solid"/>
          </a:ln>
        </p:spPr>
      </p:cxnSp>
      <p:sp>
        <p:nvSpPr>
          <p:cNvPr id="101" name="円/楕円 100">
            <a:extLst>
              <a:ext uri="{FF2B5EF4-FFF2-40B4-BE49-F238E27FC236}">
                <a16:creationId xmlns:a16="http://schemas.microsoft.com/office/drawing/2014/main" id="{DC7839C0-8626-4A29-9E3F-9D7BE646CE79}"/>
              </a:ext>
            </a:extLst>
          </p:cNvPr>
          <p:cNvSpPr>
            <a:spLocks noGrp="1"/>
          </p:cNvSpPr>
          <p:nvPr/>
        </p:nvSpPr>
        <p:spPr>
          <a:xfrm>
            <a:off x="10715625" y="24526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2" name="円/楕円 101">
            <a:extLst>
              <a:ext uri="{FF2B5EF4-FFF2-40B4-BE49-F238E27FC236}">
                <a16:creationId xmlns:a16="http://schemas.microsoft.com/office/drawing/2014/main" id="{9857EA46-C3FB-458C-8895-1218750AEB5E}"/>
              </a:ext>
            </a:extLst>
          </p:cNvPr>
          <p:cNvSpPr>
            <a:spLocks noGrp="1"/>
          </p:cNvSpPr>
          <p:nvPr/>
        </p:nvSpPr>
        <p:spPr>
          <a:xfrm>
            <a:off x="10725150" y="26812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103" name="直線矢印コネクタ 102"/>
          <p:cNvCxnSpPr>
            <a:stCxn id="101" idx="3"/>
            <a:endCxn id="102" idx="1"/>
          </p:cNvCxnSpPr>
          <p:nvPr/>
        </p:nvCxnSpPr>
        <p:spPr>
          <a:xfrm>
            <a:off x="10717020" y="2460818"/>
            <a:ext cx="9525" cy="221865"/>
          </a:xfrm>
          <a:prstGeom prst="straightConnector1">
            <a:avLst/>
          </a:prstGeom>
          <a:ln w="9525">
            <a:solidFill>
              <a:srgbClr val="2DD4BF"/>
            </a:solidFill>
            <a:prstDash val="solid"/>
          </a:ln>
        </p:spPr>
      </p:cxnSp>
      <p:sp>
        <p:nvSpPr>
          <p:cNvPr id="104" name="円/楕円 103">
            <a:extLst>
              <a:ext uri="{FF2B5EF4-FFF2-40B4-BE49-F238E27FC236}">
                <a16:creationId xmlns:a16="http://schemas.microsoft.com/office/drawing/2014/main" id="{919FB05B-67C5-415B-A57E-F5E7D5B9D010}"/>
              </a:ext>
            </a:extLst>
          </p:cNvPr>
          <p:cNvSpPr>
            <a:spLocks noGrp="1"/>
          </p:cNvSpPr>
          <p:nvPr/>
        </p:nvSpPr>
        <p:spPr>
          <a:xfrm>
            <a:off x="11058525" y="24526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5" name="円/楕円 104">
            <a:extLst>
              <a:ext uri="{FF2B5EF4-FFF2-40B4-BE49-F238E27FC236}">
                <a16:creationId xmlns:a16="http://schemas.microsoft.com/office/drawing/2014/main" id="{B6EB9155-A71A-452D-AF13-635A472ABD69}"/>
              </a:ext>
            </a:extLst>
          </p:cNvPr>
          <p:cNvSpPr>
            <a:spLocks noGrp="1"/>
          </p:cNvSpPr>
          <p:nvPr/>
        </p:nvSpPr>
        <p:spPr>
          <a:xfrm>
            <a:off x="11068050" y="277653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106" name="直線矢印コネクタ 105"/>
          <p:cNvCxnSpPr>
            <a:stCxn id="104" idx="3"/>
            <a:endCxn id="105" idx="1"/>
          </p:cNvCxnSpPr>
          <p:nvPr/>
        </p:nvCxnSpPr>
        <p:spPr>
          <a:xfrm>
            <a:off x="11059920" y="2460818"/>
            <a:ext cx="9525" cy="317115"/>
          </a:xfrm>
          <a:prstGeom prst="straightConnector1">
            <a:avLst/>
          </a:prstGeom>
          <a:ln w="28575">
            <a:solidFill>
              <a:srgbClr val="2DD4BF"/>
            </a:solidFill>
            <a:prstDash val="solid"/>
          </a:ln>
        </p:spPr>
      </p:cxnSp>
      <p:sp>
        <p:nvSpPr>
          <p:cNvPr id="107" name="角丸四角形 106">
            <a:extLst>
              <a:ext uri="{FF2B5EF4-FFF2-40B4-BE49-F238E27FC236}">
                <a16:creationId xmlns:a16="http://schemas.microsoft.com/office/drawing/2014/main" id="{BEEE023C-256E-4219-BFA3-EB1DC9383806}"/>
              </a:ext>
            </a:extLst>
          </p:cNvPr>
          <p:cNvSpPr>
            <a:spLocks noGrp="1"/>
          </p:cNvSpPr>
          <p:nvPr/>
        </p:nvSpPr>
        <p:spPr>
          <a:xfrm>
            <a:off x="762000" y="2324100"/>
            <a:ext cx="4953000" cy="533400"/>
          </a:xfrm>
          <a:prstGeom prst="roundRect">
            <a:avLst>
              <a:gd name="adj" fmla="val 17857"/>
            </a:avLst>
          </a:prstGeom>
          <a:solidFill>
            <a:srgbClr val="123047"/>
          </a:solidFill>
          <a:ln w="190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8" name="角丸四角形 107">
            <a:extLst>
              <a:ext uri="{FF2B5EF4-FFF2-40B4-BE49-F238E27FC236}">
                <a16:creationId xmlns:a16="http://schemas.microsoft.com/office/drawing/2014/main" id="{7548D6A4-138E-4031-9A3C-4A56C7FBF44B}"/>
              </a:ext>
            </a:extLst>
          </p:cNvPr>
          <p:cNvSpPr>
            <a:spLocks noGrp="1"/>
          </p:cNvSpPr>
          <p:nvPr/>
        </p:nvSpPr>
        <p:spPr>
          <a:xfrm>
            <a:off x="5905500" y="2324100"/>
            <a:ext cx="5476875" cy="533400"/>
          </a:xfrm>
          <a:prstGeom prst="roundRect">
            <a:avLst>
              <a:gd name="adj" fmla="val 17857"/>
            </a:avLst>
          </a:prstGeom>
          <a:solidFill>
            <a:srgbClr val="113937"/>
          </a:solidFill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9" name="正方形/長方形 108">
            <a:extLst>
              <a:ext uri="{FF2B5EF4-FFF2-40B4-BE49-F238E27FC236}">
                <a16:creationId xmlns:a16="http://schemas.microsoft.com/office/drawing/2014/main" id="{788D3797-A9F0-4F74-A685-53C769E41938}"/>
              </a:ext>
            </a:extLst>
          </p:cNvPr>
          <p:cNvSpPr>
            <a:spLocks noGrp="1"/>
          </p:cNvSpPr>
          <p:nvPr/>
        </p:nvSpPr>
        <p:spPr>
          <a:xfrm>
            <a:off x="933450" y="2486025"/>
            <a:ext cx="1238250" cy="209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38BDF8"/>
                </a:solidFill>
                <a:latin typeface="Hiragino Sans"/>
                <a:ea typeface="Hiragino Sans"/>
                <a:cs typeface="Hiragino Sans"/>
              </a:defRPr>
            </a:pPr>
            <a:r>
              <a:t>WINDOW 1</a:t>
            </a:r>
          </a:p>
        </p:txBody>
      </p:sp>
      <p:sp>
        <p:nvSpPr>
          <p:cNvPr id="110" name="正方形/長方形 109">
            <a:extLst>
              <a:ext uri="{FF2B5EF4-FFF2-40B4-BE49-F238E27FC236}">
                <a16:creationId xmlns:a16="http://schemas.microsoft.com/office/drawing/2014/main" id="{EED8A100-666A-449C-AE93-6635DFC3BD7C}"/>
              </a:ext>
            </a:extLst>
          </p:cNvPr>
          <p:cNvSpPr>
            <a:spLocks noGrp="1"/>
          </p:cNvSpPr>
          <p:nvPr/>
        </p:nvSpPr>
        <p:spPr>
          <a:xfrm>
            <a:off x="6096000" y="2486025"/>
            <a:ext cx="2762250" cy="209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2DD4BF"/>
                </a:solidFill>
                <a:latin typeface="Hiragino Sans"/>
                <a:ea typeface="Hiragino Sans"/>
                <a:cs typeface="Hiragino Sans"/>
              </a:defRPr>
            </a:pPr>
            <a:r>
              <a:t>WINDOW 2  /  stride 30 frames</a:t>
            </a:r>
          </a:p>
        </p:txBody>
      </p:sp>
      <p:sp>
        <p:nvSpPr>
          <p:cNvPr id="111" name="円/楕円 110">
            <a:extLst>
              <a:ext uri="{FF2B5EF4-FFF2-40B4-BE49-F238E27FC236}">
                <a16:creationId xmlns:a16="http://schemas.microsoft.com/office/drawing/2014/main" id="{B8FCD48B-69A4-4D2E-916D-B89223A20CAD}"/>
              </a:ext>
            </a:extLst>
          </p:cNvPr>
          <p:cNvSpPr>
            <a:spLocks noGrp="1"/>
          </p:cNvSpPr>
          <p:nvPr/>
        </p:nvSpPr>
        <p:spPr>
          <a:xfrm>
            <a:off x="733425" y="3438525"/>
            <a:ext cx="514350" cy="514350"/>
          </a:xfrm>
          <a:prstGeom prst="ellipse">
            <a:avLst/>
          </a:prstGeom>
          <a:solidFill>
            <a:srgbClr val="38BDF8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2" name="正方形/長方形 111">
            <a:extLst>
              <a:ext uri="{FF2B5EF4-FFF2-40B4-BE49-F238E27FC236}">
                <a16:creationId xmlns:a16="http://schemas.microsoft.com/office/drawing/2014/main" id="{8E92D15A-25CD-4148-B4DA-AA3F0CD4CF53}"/>
              </a:ext>
            </a:extLst>
          </p:cNvPr>
          <p:cNvSpPr>
            <a:spLocks noGrp="1"/>
          </p:cNvSpPr>
          <p:nvPr/>
        </p:nvSpPr>
        <p:spPr>
          <a:xfrm>
            <a:off x="762000" y="3543300"/>
            <a:ext cx="457200" cy="3048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ctr">
              <a:defRPr sz="1125" b="1">
                <a:solidFill>
                  <a:srgbClr val="0B1220"/>
                </a:solidFill>
                <a:latin typeface="Hiragino Sans"/>
                <a:ea typeface="Hiragino Sans"/>
                <a:cs typeface="Hiragino Sans"/>
              </a:defRPr>
            </a:pPr>
            <a:r>
              <a:t>01</a:t>
            </a:r>
          </a:p>
        </p:txBody>
      </p:sp>
      <p:sp>
        <p:nvSpPr>
          <p:cNvPr id="113" name="正方形/長方形 112">
            <a:extLst>
              <a:ext uri="{FF2B5EF4-FFF2-40B4-BE49-F238E27FC236}">
                <a16:creationId xmlns:a16="http://schemas.microsoft.com/office/drawing/2014/main" id="{F8CFFA93-E77E-4DF4-86D8-9824701F0AB1}"/>
              </a:ext>
            </a:extLst>
          </p:cNvPr>
          <p:cNvSpPr>
            <a:spLocks noGrp="1"/>
          </p:cNvSpPr>
          <p:nvPr/>
        </p:nvSpPr>
        <p:spPr>
          <a:xfrm>
            <a:off x="1371600" y="3362325"/>
            <a:ext cx="1771650" cy="285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38BDF8"/>
                </a:solidFill>
                <a:latin typeface="Hiragino Sans"/>
                <a:ea typeface="Hiragino Sans"/>
                <a:cs typeface="Hiragino Sans"/>
              </a:defRPr>
            </a:pPr>
            <a:r>
              <a:t>POSITION</a:t>
            </a:r>
          </a:p>
        </p:txBody>
      </p:sp>
      <p:sp>
        <p:nvSpPr>
          <p:cNvPr id="114" name="正方形/長方形 113">
            <a:extLst>
              <a:ext uri="{FF2B5EF4-FFF2-40B4-BE49-F238E27FC236}">
                <a16:creationId xmlns:a16="http://schemas.microsoft.com/office/drawing/2014/main" id="{40DF4AD7-C310-4922-86F8-8287DFCE5D4E}"/>
              </a:ext>
            </a:extLst>
          </p:cNvPr>
          <p:cNvSpPr>
            <a:spLocks noGrp="1"/>
          </p:cNvSpPr>
          <p:nvPr/>
        </p:nvSpPr>
        <p:spPr>
          <a:xfrm>
            <a:off x="1371600" y="3714750"/>
            <a:ext cx="1790700" cy="590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F8FAFC"/>
                </a:solidFill>
                <a:latin typeface="Hiragino Sans"/>
                <a:ea typeface="Hiragino Sans"/>
                <a:cs typeface="Hiragino Sans"/>
              </a:defRPr>
            </a:pPr>
            <a:r>
              <a:t>17関節の 正規化座標</a:t>
            </a:r>
          </a:p>
        </p:txBody>
      </p:sp>
      <p:sp>
        <p:nvSpPr>
          <p:cNvPr id="115" name="円/楕円 114">
            <a:extLst>
              <a:ext uri="{FF2B5EF4-FFF2-40B4-BE49-F238E27FC236}">
                <a16:creationId xmlns:a16="http://schemas.microsoft.com/office/drawing/2014/main" id="{1F3A030E-47BE-447A-A33E-1DD1A8D08CF7}"/>
              </a:ext>
            </a:extLst>
          </p:cNvPr>
          <p:cNvSpPr>
            <a:spLocks noGrp="1"/>
          </p:cNvSpPr>
          <p:nvPr/>
        </p:nvSpPr>
        <p:spPr>
          <a:xfrm>
            <a:off x="2981325" y="334803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6" name="円/楕円 115">
            <a:extLst>
              <a:ext uri="{FF2B5EF4-FFF2-40B4-BE49-F238E27FC236}">
                <a16:creationId xmlns:a16="http://schemas.microsoft.com/office/drawing/2014/main" id="{21FC6612-A149-4456-8B33-70C9560926EE}"/>
              </a:ext>
            </a:extLst>
          </p:cNvPr>
          <p:cNvSpPr>
            <a:spLocks noGrp="1"/>
          </p:cNvSpPr>
          <p:nvPr/>
        </p:nvSpPr>
        <p:spPr>
          <a:xfrm>
            <a:off x="2990850" y="43195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117" name="直線矢印コネクタ 116"/>
          <p:cNvCxnSpPr>
            <a:stCxn id="115" idx="3"/>
            <a:endCxn id="116" idx="1"/>
          </p:cNvCxnSpPr>
          <p:nvPr/>
        </p:nvCxnSpPr>
        <p:spPr>
          <a:xfrm>
            <a:off x="2982720" y="3356168"/>
            <a:ext cx="9525" cy="964815"/>
          </a:xfrm>
          <a:prstGeom prst="straightConnector1">
            <a:avLst/>
          </a:prstGeom>
          <a:ln w="9525">
            <a:solidFill>
              <a:srgbClr val="243449"/>
            </a:solidFill>
            <a:prstDash val="solid"/>
          </a:ln>
        </p:spPr>
      </p:cxnSp>
      <p:sp>
        <p:nvSpPr>
          <p:cNvPr id="118" name="円/楕円 117">
            <a:extLst>
              <a:ext uri="{FF2B5EF4-FFF2-40B4-BE49-F238E27FC236}">
                <a16:creationId xmlns:a16="http://schemas.microsoft.com/office/drawing/2014/main" id="{BEC81FF1-A3FB-4F5B-9C73-2DFCC4401880}"/>
              </a:ext>
            </a:extLst>
          </p:cNvPr>
          <p:cNvSpPr>
            <a:spLocks noGrp="1"/>
          </p:cNvSpPr>
          <p:nvPr/>
        </p:nvSpPr>
        <p:spPr>
          <a:xfrm>
            <a:off x="3438525" y="3438525"/>
            <a:ext cx="514350" cy="514350"/>
          </a:xfrm>
          <a:prstGeom prst="ellipse">
            <a:avLst/>
          </a:prstGeom>
          <a:solidFill>
            <a:srgbClr val="2DD4BF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9" name="正方形/長方形 118">
            <a:extLst>
              <a:ext uri="{FF2B5EF4-FFF2-40B4-BE49-F238E27FC236}">
                <a16:creationId xmlns:a16="http://schemas.microsoft.com/office/drawing/2014/main" id="{11084F0D-F549-4ACE-8D9C-9A0097E4650F}"/>
              </a:ext>
            </a:extLst>
          </p:cNvPr>
          <p:cNvSpPr>
            <a:spLocks noGrp="1"/>
          </p:cNvSpPr>
          <p:nvPr/>
        </p:nvSpPr>
        <p:spPr>
          <a:xfrm>
            <a:off x="3467100" y="3543300"/>
            <a:ext cx="457200" cy="3048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ctr">
              <a:defRPr sz="1125" b="1">
                <a:solidFill>
                  <a:srgbClr val="0B1220"/>
                </a:solidFill>
                <a:latin typeface="Hiragino Sans"/>
                <a:ea typeface="Hiragino Sans"/>
                <a:cs typeface="Hiragino Sans"/>
              </a:defRPr>
            </a:pPr>
            <a:r>
              <a:t>02</a:t>
            </a:r>
          </a:p>
        </p:txBody>
      </p:sp>
      <p:sp>
        <p:nvSpPr>
          <p:cNvPr id="120" name="正方形/長方形 119">
            <a:extLst>
              <a:ext uri="{FF2B5EF4-FFF2-40B4-BE49-F238E27FC236}">
                <a16:creationId xmlns:a16="http://schemas.microsoft.com/office/drawing/2014/main" id="{4A431116-51EE-4332-B0D7-FBFB28170099}"/>
              </a:ext>
            </a:extLst>
          </p:cNvPr>
          <p:cNvSpPr>
            <a:spLocks noGrp="1"/>
          </p:cNvSpPr>
          <p:nvPr/>
        </p:nvSpPr>
        <p:spPr>
          <a:xfrm>
            <a:off x="4076700" y="3362325"/>
            <a:ext cx="1771650" cy="285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2DD4BF"/>
                </a:solidFill>
                <a:latin typeface="Hiragino Sans"/>
                <a:ea typeface="Hiragino Sans"/>
                <a:cs typeface="Hiragino Sans"/>
              </a:defRPr>
            </a:pPr>
            <a:r>
              <a:t>RELATION</a:t>
            </a:r>
          </a:p>
        </p:txBody>
      </p:sp>
      <p:sp>
        <p:nvSpPr>
          <p:cNvPr id="121" name="正方形/長方形 120">
            <a:extLst>
              <a:ext uri="{FF2B5EF4-FFF2-40B4-BE49-F238E27FC236}">
                <a16:creationId xmlns:a16="http://schemas.microsoft.com/office/drawing/2014/main" id="{8FFBD5F0-781D-4D33-BE66-94544768F8A9}"/>
              </a:ext>
            </a:extLst>
          </p:cNvPr>
          <p:cNvSpPr>
            <a:spLocks noGrp="1"/>
          </p:cNvSpPr>
          <p:nvPr/>
        </p:nvSpPr>
        <p:spPr>
          <a:xfrm>
            <a:off x="4076700" y="3714750"/>
            <a:ext cx="1790700" cy="590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F8FAFC"/>
                </a:solidFill>
                <a:latin typeface="Hiragino Sans"/>
                <a:ea typeface="Hiragino Sans"/>
                <a:cs typeface="Hiragino Sans"/>
              </a:defRPr>
            </a:pPr>
            <a:r>
              <a:t>上半身13関節の 関節間距離</a:t>
            </a:r>
          </a:p>
        </p:txBody>
      </p:sp>
      <p:sp>
        <p:nvSpPr>
          <p:cNvPr id="122" name="円/楕円 121">
            <a:extLst>
              <a:ext uri="{FF2B5EF4-FFF2-40B4-BE49-F238E27FC236}">
                <a16:creationId xmlns:a16="http://schemas.microsoft.com/office/drawing/2014/main" id="{47280D8D-BDB3-4919-8EB1-0A02747D0D58}"/>
              </a:ext>
            </a:extLst>
          </p:cNvPr>
          <p:cNvSpPr>
            <a:spLocks noGrp="1"/>
          </p:cNvSpPr>
          <p:nvPr/>
        </p:nvSpPr>
        <p:spPr>
          <a:xfrm>
            <a:off x="5686425" y="334803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3" name="円/楕円 122">
            <a:extLst>
              <a:ext uri="{FF2B5EF4-FFF2-40B4-BE49-F238E27FC236}">
                <a16:creationId xmlns:a16="http://schemas.microsoft.com/office/drawing/2014/main" id="{B581A5BE-7ED0-4D0F-A82C-26C3F2E97CA7}"/>
              </a:ext>
            </a:extLst>
          </p:cNvPr>
          <p:cNvSpPr>
            <a:spLocks noGrp="1"/>
          </p:cNvSpPr>
          <p:nvPr/>
        </p:nvSpPr>
        <p:spPr>
          <a:xfrm>
            <a:off x="5695950" y="43195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124" name="直線矢印コネクタ 123"/>
          <p:cNvCxnSpPr>
            <a:stCxn id="122" idx="3"/>
            <a:endCxn id="123" idx="1"/>
          </p:cNvCxnSpPr>
          <p:nvPr/>
        </p:nvCxnSpPr>
        <p:spPr>
          <a:xfrm>
            <a:off x="5687820" y="3356168"/>
            <a:ext cx="9525" cy="964815"/>
          </a:xfrm>
          <a:prstGeom prst="straightConnector1">
            <a:avLst/>
          </a:prstGeom>
          <a:ln w="9525">
            <a:solidFill>
              <a:srgbClr val="243449"/>
            </a:solidFill>
            <a:prstDash val="solid"/>
          </a:ln>
        </p:spPr>
      </p:cxnSp>
      <p:sp>
        <p:nvSpPr>
          <p:cNvPr id="125" name="円/楕円 124">
            <a:extLst>
              <a:ext uri="{FF2B5EF4-FFF2-40B4-BE49-F238E27FC236}">
                <a16:creationId xmlns:a16="http://schemas.microsoft.com/office/drawing/2014/main" id="{C84033A0-6C1F-47A7-A4E7-A58B3A24C7B4}"/>
              </a:ext>
            </a:extLst>
          </p:cNvPr>
          <p:cNvSpPr>
            <a:spLocks noGrp="1"/>
          </p:cNvSpPr>
          <p:nvPr/>
        </p:nvSpPr>
        <p:spPr>
          <a:xfrm>
            <a:off x="6143625" y="3438525"/>
            <a:ext cx="514350" cy="5143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6" name="正方形/長方形 125">
            <a:extLst>
              <a:ext uri="{FF2B5EF4-FFF2-40B4-BE49-F238E27FC236}">
                <a16:creationId xmlns:a16="http://schemas.microsoft.com/office/drawing/2014/main" id="{7BECB334-37B5-4184-9C5C-14D6A41AC7D7}"/>
              </a:ext>
            </a:extLst>
          </p:cNvPr>
          <p:cNvSpPr>
            <a:spLocks noGrp="1"/>
          </p:cNvSpPr>
          <p:nvPr/>
        </p:nvSpPr>
        <p:spPr>
          <a:xfrm>
            <a:off x="6172200" y="3543300"/>
            <a:ext cx="457200" cy="3048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ctr">
              <a:defRPr sz="1125" b="1">
                <a:solidFill>
                  <a:srgbClr val="0B1220"/>
                </a:solidFill>
                <a:latin typeface="Hiragino Sans"/>
                <a:ea typeface="Hiragino Sans"/>
                <a:cs typeface="Hiragino Sans"/>
              </a:defRPr>
            </a:pPr>
            <a:r>
              <a:t>03</a:t>
            </a:r>
          </a:p>
        </p:txBody>
      </p:sp>
      <p:sp>
        <p:nvSpPr>
          <p:cNvPr id="127" name="正方形/長方形 126">
            <a:extLst>
              <a:ext uri="{FF2B5EF4-FFF2-40B4-BE49-F238E27FC236}">
                <a16:creationId xmlns:a16="http://schemas.microsoft.com/office/drawing/2014/main" id="{397480C5-FFF5-43E4-A96B-3D27866AC3E9}"/>
              </a:ext>
            </a:extLst>
          </p:cNvPr>
          <p:cNvSpPr>
            <a:spLocks noGrp="1"/>
          </p:cNvSpPr>
          <p:nvPr/>
        </p:nvSpPr>
        <p:spPr>
          <a:xfrm>
            <a:off x="6781800" y="3362325"/>
            <a:ext cx="1771650" cy="285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FBBF24"/>
                </a:solidFill>
                <a:latin typeface="Hiragino Sans"/>
                <a:ea typeface="Hiragino Sans"/>
                <a:cs typeface="Hiragino Sans"/>
              </a:defRPr>
            </a:pPr>
            <a:r>
              <a:t>VELOCITY</a:t>
            </a:r>
          </a:p>
        </p:txBody>
      </p:sp>
      <p:sp>
        <p:nvSpPr>
          <p:cNvPr id="128" name="正方形/長方形 127">
            <a:extLst>
              <a:ext uri="{FF2B5EF4-FFF2-40B4-BE49-F238E27FC236}">
                <a16:creationId xmlns:a16="http://schemas.microsoft.com/office/drawing/2014/main" id="{5B25F50C-8802-415E-A19F-CC8BF651E8FE}"/>
              </a:ext>
            </a:extLst>
          </p:cNvPr>
          <p:cNvSpPr>
            <a:spLocks noGrp="1"/>
          </p:cNvSpPr>
          <p:nvPr/>
        </p:nvSpPr>
        <p:spPr>
          <a:xfrm>
            <a:off x="6781800" y="3714750"/>
            <a:ext cx="1790700" cy="590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F8FAFC"/>
                </a:solidFill>
                <a:latin typeface="Hiragino Sans"/>
                <a:ea typeface="Hiragino Sans"/>
                <a:cs typeface="Hiragino Sans"/>
              </a:defRPr>
            </a:pPr>
            <a:r>
              <a:t>1フレーム差分と 動作強度</a:t>
            </a:r>
          </a:p>
        </p:txBody>
      </p:sp>
      <p:sp>
        <p:nvSpPr>
          <p:cNvPr id="129" name="円/楕円 128">
            <a:extLst>
              <a:ext uri="{FF2B5EF4-FFF2-40B4-BE49-F238E27FC236}">
                <a16:creationId xmlns:a16="http://schemas.microsoft.com/office/drawing/2014/main" id="{36BCF9A4-3AB8-4834-8B6A-28B6A23600C5}"/>
              </a:ext>
            </a:extLst>
          </p:cNvPr>
          <p:cNvSpPr>
            <a:spLocks noGrp="1"/>
          </p:cNvSpPr>
          <p:nvPr/>
        </p:nvSpPr>
        <p:spPr>
          <a:xfrm>
            <a:off x="8391525" y="334803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0" name="円/楕円 129">
            <a:extLst>
              <a:ext uri="{FF2B5EF4-FFF2-40B4-BE49-F238E27FC236}">
                <a16:creationId xmlns:a16="http://schemas.microsoft.com/office/drawing/2014/main" id="{F21EDBE7-789C-43C6-8727-95EBED9E057E}"/>
              </a:ext>
            </a:extLst>
          </p:cNvPr>
          <p:cNvSpPr>
            <a:spLocks noGrp="1"/>
          </p:cNvSpPr>
          <p:nvPr/>
        </p:nvSpPr>
        <p:spPr>
          <a:xfrm>
            <a:off x="8401050" y="43195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131" name="直線矢印コネクタ 130"/>
          <p:cNvCxnSpPr>
            <a:stCxn id="129" idx="3"/>
            <a:endCxn id="130" idx="1"/>
          </p:cNvCxnSpPr>
          <p:nvPr/>
        </p:nvCxnSpPr>
        <p:spPr>
          <a:xfrm>
            <a:off x="8392920" y="3356168"/>
            <a:ext cx="9525" cy="964815"/>
          </a:xfrm>
          <a:prstGeom prst="straightConnector1">
            <a:avLst/>
          </a:prstGeom>
          <a:ln w="9525">
            <a:solidFill>
              <a:srgbClr val="243449"/>
            </a:solidFill>
            <a:prstDash val="solid"/>
          </a:ln>
        </p:spPr>
      </p:cxnSp>
      <p:sp>
        <p:nvSpPr>
          <p:cNvPr id="132" name="円/楕円 131">
            <a:extLst>
              <a:ext uri="{FF2B5EF4-FFF2-40B4-BE49-F238E27FC236}">
                <a16:creationId xmlns:a16="http://schemas.microsoft.com/office/drawing/2014/main" id="{BB6A5145-2A82-426E-8A12-37FDA025B3AA}"/>
              </a:ext>
            </a:extLst>
          </p:cNvPr>
          <p:cNvSpPr>
            <a:spLocks noGrp="1"/>
          </p:cNvSpPr>
          <p:nvPr/>
        </p:nvSpPr>
        <p:spPr>
          <a:xfrm>
            <a:off x="8848725" y="3438525"/>
            <a:ext cx="514350" cy="5143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3" name="正方形/長方形 132">
            <a:extLst>
              <a:ext uri="{FF2B5EF4-FFF2-40B4-BE49-F238E27FC236}">
                <a16:creationId xmlns:a16="http://schemas.microsoft.com/office/drawing/2014/main" id="{E1B5F2F7-65E4-4BBB-9E0E-FA5638DF0528}"/>
              </a:ext>
            </a:extLst>
          </p:cNvPr>
          <p:cNvSpPr>
            <a:spLocks noGrp="1"/>
          </p:cNvSpPr>
          <p:nvPr/>
        </p:nvSpPr>
        <p:spPr>
          <a:xfrm>
            <a:off x="8877300" y="3543300"/>
            <a:ext cx="457200" cy="3048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ctr">
              <a:defRPr sz="1125" b="1">
                <a:solidFill>
                  <a:srgbClr val="0B1220"/>
                </a:solidFill>
                <a:latin typeface="Hiragino Sans"/>
                <a:ea typeface="Hiragino Sans"/>
                <a:cs typeface="Hiragino Sans"/>
              </a:defRPr>
            </a:pPr>
            <a:r>
              <a:t>04</a:t>
            </a:r>
          </a:p>
        </p:txBody>
      </p:sp>
      <p:sp>
        <p:nvSpPr>
          <p:cNvPr id="134" name="正方形/長方形 133">
            <a:extLst>
              <a:ext uri="{FF2B5EF4-FFF2-40B4-BE49-F238E27FC236}">
                <a16:creationId xmlns:a16="http://schemas.microsoft.com/office/drawing/2014/main" id="{A137666A-EB3E-4824-9CAB-21A1A4B0F489}"/>
              </a:ext>
            </a:extLst>
          </p:cNvPr>
          <p:cNvSpPr>
            <a:spLocks noGrp="1"/>
          </p:cNvSpPr>
          <p:nvPr/>
        </p:nvSpPr>
        <p:spPr>
          <a:xfrm>
            <a:off x="9486900" y="3362325"/>
            <a:ext cx="1771650" cy="285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FB7185"/>
                </a:solidFill>
                <a:latin typeface="Hiragino Sans"/>
                <a:ea typeface="Hiragino Sans"/>
                <a:cs typeface="Hiragino Sans"/>
              </a:defRPr>
            </a:pPr>
            <a:r>
              <a:t>ACCELERATION</a:t>
            </a:r>
          </a:p>
        </p:txBody>
      </p:sp>
      <p:sp>
        <p:nvSpPr>
          <p:cNvPr id="135" name="正方形/長方形 134">
            <a:extLst>
              <a:ext uri="{FF2B5EF4-FFF2-40B4-BE49-F238E27FC236}">
                <a16:creationId xmlns:a16="http://schemas.microsoft.com/office/drawing/2014/main" id="{F13F1487-1D13-44A9-B842-CBF3B772C80B}"/>
              </a:ext>
            </a:extLst>
          </p:cNvPr>
          <p:cNvSpPr>
            <a:spLocks noGrp="1"/>
          </p:cNvSpPr>
          <p:nvPr/>
        </p:nvSpPr>
        <p:spPr>
          <a:xfrm>
            <a:off x="9486900" y="3714750"/>
            <a:ext cx="1790700" cy="590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F8FAFC"/>
                </a:solidFill>
                <a:latin typeface="Hiragino Sans"/>
                <a:ea typeface="Hiragino Sans"/>
                <a:cs typeface="Hiragino Sans"/>
              </a:defRPr>
            </a:pPr>
            <a:r>
              <a:t>速度差分から 急な動きを取得</a:t>
            </a:r>
          </a:p>
        </p:txBody>
      </p:sp>
      <p:sp>
        <p:nvSpPr>
          <p:cNvPr id="136" name="正方形/長方形 135">
            <a:extLst>
              <a:ext uri="{FF2B5EF4-FFF2-40B4-BE49-F238E27FC236}">
                <a16:creationId xmlns:a16="http://schemas.microsoft.com/office/drawing/2014/main" id="{EBABC349-7745-4134-BCE6-66BAF6083CA7}"/>
              </a:ext>
            </a:extLst>
          </p:cNvPr>
          <p:cNvSpPr>
            <a:spLocks noGrp="1"/>
          </p:cNvSpPr>
          <p:nvPr/>
        </p:nvSpPr>
        <p:spPr>
          <a:xfrm>
            <a:off x="590550" y="4667250"/>
            <a:ext cx="3143250" cy="2476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94A3B8"/>
                </a:solidFill>
                <a:latin typeface="Hiragino Sans"/>
                <a:ea typeface="Hiragino Sans"/>
                <a:cs typeface="Hiragino Sans"/>
              </a:defRPr>
            </a:pPr>
            <a:r>
              <a:t>各特徴を統計量へ集約</a:t>
            </a:r>
          </a:p>
        </p:txBody>
      </p:sp>
      <p:sp>
        <p:nvSpPr>
          <p:cNvPr id="137" name="角丸四角形 136">
            <a:extLst>
              <a:ext uri="{FF2B5EF4-FFF2-40B4-BE49-F238E27FC236}">
                <a16:creationId xmlns:a16="http://schemas.microsoft.com/office/drawing/2014/main" id="{C4459434-F76A-46AE-BFC4-EFC72CC9E0E4}"/>
              </a:ext>
            </a:extLst>
          </p:cNvPr>
          <p:cNvSpPr>
            <a:spLocks noGrp="1"/>
          </p:cNvSpPr>
          <p:nvPr/>
        </p:nvSpPr>
        <p:spPr>
          <a:xfrm>
            <a:off x="590550" y="5048250"/>
            <a:ext cx="10820400" cy="628650"/>
          </a:xfrm>
          <a:prstGeom prst="roundRect">
            <a:avLst>
              <a:gd name="adj" fmla="val 18182"/>
            </a:avLst>
          </a:prstGeom>
          <a:solidFill>
            <a:srgbClr val="F5F7F8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8" name="正方形/長方形 137">
            <a:extLst>
              <a:ext uri="{FF2B5EF4-FFF2-40B4-BE49-F238E27FC236}">
                <a16:creationId xmlns:a16="http://schemas.microsoft.com/office/drawing/2014/main" id="{8034765D-E828-48C0-896C-9BC30BB89F36}"/>
              </a:ext>
            </a:extLst>
          </p:cNvPr>
          <p:cNvSpPr>
            <a:spLocks noGrp="1"/>
          </p:cNvSpPr>
          <p:nvPr/>
        </p:nvSpPr>
        <p:spPr>
          <a:xfrm>
            <a:off x="781050" y="5238750"/>
            <a:ext cx="112395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050" b="1">
                <a:solidFill>
                  <a:srgbClr val="132033"/>
                </a:solidFill>
                <a:latin typeface="Hiragino Sans"/>
                <a:ea typeface="Hiragino Sans"/>
                <a:cs typeface="Hiragino Sans"/>
              </a:defRPr>
            </a:pPr>
            <a:r>
              <a:t>平均</a:t>
            </a:r>
          </a:p>
        </p:txBody>
      </p:sp>
      <p:sp>
        <p:nvSpPr>
          <p:cNvPr id="139" name="円/楕円 138">
            <a:extLst>
              <a:ext uri="{FF2B5EF4-FFF2-40B4-BE49-F238E27FC236}">
                <a16:creationId xmlns:a16="http://schemas.microsoft.com/office/drawing/2014/main" id="{3C28EB1E-112A-4283-AFBD-1991D29A6ABD}"/>
              </a:ext>
            </a:extLst>
          </p:cNvPr>
          <p:cNvSpPr>
            <a:spLocks noGrp="1"/>
          </p:cNvSpPr>
          <p:nvPr/>
        </p:nvSpPr>
        <p:spPr>
          <a:xfrm>
            <a:off x="1981200" y="51577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0" name="円/楕円 139">
            <a:extLst>
              <a:ext uri="{FF2B5EF4-FFF2-40B4-BE49-F238E27FC236}">
                <a16:creationId xmlns:a16="http://schemas.microsoft.com/office/drawing/2014/main" id="{A3DC331E-2EC0-43A5-8A1C-951CAEA12797}"/>
              </a:ext>
            </a:extLst>
          </p:cNvPr>
          <p:cNvSpPr>
            <a:spLocks noGrp="1"/>
          </p:cNvSpPr>
          <p:nvPr/>
        </p:nvSpPr>
        <p:spPr>
          <a:xfrm>
            <a:off x="1990725" y="555783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141" name="直線矢印コネクタ 140"/>
          <p:cNvCxnSpPr>
            <a:stCxn id="139" idx="3"/>
            <a:endCxn id="140" idx="1"/>
          </p:cNvCxnSpPr>
          <p:nvPr/>
        </p:nvCxnSpPr>
        <p:spPr>
          <a:xfrm>
            <a:off x="1982595" y="5165918"/>
            <a:ext cx="9525" cy="393315"/>
          </a:xfrm>
          <a:prstGeom prst="straightConnector1">
            <a:avLst/>
          </a:prstGeom>
          <a:ln w="9525">
            <a:solidFill>
              <a:srgbClr val="D1D9E3"/>
            </a:solidFill>
            <a:prstDash val="solid"/>
          </a:ln>
        </p:spPr>
      </p:cxnSp>
      <p:sp>
        <p:nvSpPr>
          <p:cNvPr id="142" name="正方形/長方形 141">
            <a:extLst>
              <a:ext uri="{FF2B5EF4-FFF2-40B4-BE49-F238E27FC236}">
                <a16:creationId xmlns:a16="http://schemas.microsoft.com/office/drawing/2014/main" id="{FB530EBB-0AAB-4CB0-BF1F-825925FB81A6}"/>
              </a:ext>
            </a:extLst>
          </p:cNvPr>
          <p:cNvSpPr>
            <a:spLocks noGrp="1"/>
          </p:cNvSpPr>
          <p:nvPr/>
        </p:nvSpPr>
        <p:spPr>
          <a:xfrm>
            <a:off x="2085975" y="5238750"/>
            <a:ext cx="112395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050" b="1">
                <a:solidFill>
                  <a:srgbClr val="132033"/>
                </a:solidFill>
                <a:latin typeface="Hiragino Sans"/>
                <a:ea typeface="Hiragino Sans"/>
                <a:cs typeface="Hiragino Sans"/>
              </a:defRPr>
            </a:pPr>
            <a:r>
              <a:t>標準偏差</a:t>
            </a:r>
          </a:p>
        </p:txBody>
      </p:sp>
      <p:sp>
        <p:nvSpPr>
          <p:cNvPr id="143" name="円/楕円 142">
            <a:extLst>
              <a:ext uri="{FF2B5EF4-FFF2-40B4-BE49-F238E27FC236}">
                <a16:creationId xmlns:a16="http://schemas.microsoft.com/office/drawing/2014/main" id="{9DB8EA96-2A07-448D-9558-3C19E81A5BB2}"/>
              </a:ext>
            </a:extLst>
          </p:cNvPr>
          <p:cNvSpPr>
            <a:spLocks noGrp="1"/>
          </p:cNvSpPr>
          <p:nvPr/>
        </p:nvSpPr>
        <p:spPr>
          <a:xfrm>
            <a:off x="3286125" y="51577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4" name="円/楕円 143">
            <a:extLst>
              <a:ext uri="{FF2B5EF4-FFF2-40B4-BE49-F238E27FC236}">
                <a16:creationId xmlns:a16="http://schemas.microsoft.com/office/drawing/2014/main" id="{A23ED3CF-2EB9-45ED-B12F-DDEF04AB37CC}"/>
              </a:ext>
            </a:extLst>
          </p:cNvPr>
          <p:cNvSpPr>
            <a:spLocks noGrp="1"/>
          </p:cNvSpPr>
          <p:nvPr/>
        </p:nvSpPr>
        <p:spPr>
          <a:xfrm>
            <a:off x="3295650" y="555783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145" name="直線矢印コネクタ 144"/>
          <p:cNvCxnSpPr>
            <a:stCxn id="143" idx="3"/>
            <a:endCxn id="144" idx="1"/>
          </p:cNvCxnSpPr>
          <p:nvPr/>
        </p:nvCxnSpPr>
        <p:spPr>
          <a:xfrm>
            <a:off x="3287520" y="5165918"/>
            <a:ext cx="9525" cy="393315"/>
          </a:xfrm>
          <a:prstGeom prst="straightConnector1">
            <a:avLst/>
          </a:prstGeom>
          <a:ln w="9525">
            <a:solidFill>
              <a:srgbClr val="D1D9E3"/>
            </a:solidFill>
            <a:prstDash val="solid"/>
          </a:ln>
        </p:spPr>
      </p:cxnSp>
      <p:sp>
        <p:nvSpPr>
          <p:cNvPr id="146" name="正方形/長方形 145">
            <a:extLst>
              <a:ext uri="{FF2B5EF4-FFF2-40B4-BE49-F238E27FC236}">
                <a16:creationId xmlns:a16="http://schemas.microsoft.com/office/drawing/2014/main" id="{06E07CAB-8C0B-46A0-B297-85443ED22151}"/>
              </a:ext>
            </a:extLst>
          </p:cNvPr>
          <p:cNvSpPr>
            <a:spLocks noGrp="1"/>
          </p:cNvSpPr>
          <p:nvPr/>
        </p:nvSpPr>
        <p:spPr>
          <a:xfrm>
            <a:off x="3390900" y="5238750"/>
            <a:ext cx="112395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050" b="1">
                <a:solidFill>
                  <a:srgbClr val="132033"/>
                </a:solidFill>
                <a:latin typeface="Hiragino Sans"/>
                <a:ea typeface="Hiragino Sans"/>
                <a:cs typeface="Hiragino Sans"/>
              </a:defRPr>
            </a:pPr>
            <a:r>
              <a:t>最小</a:t>
            </a:r>
          </a:p>
        </p:txBody>
      </p:sp>
      <p:sp>
        <p:nvSpPr>
          <p:cNvPr id="147" name="円/楕円 146">
            <a:extLst>
              <a:ext uri="{FF2B5EF4-FFF2-40B4-BE49-F238E27FC236}">
                <a16:creationId xmlns:a16="http://schemas.microsoft.com/office/drawing/2014/main" id="{391C3751-1604-42C3-91A0-700C91060294}"/>
              </a:ext>
            </a:extLst>
          </p:cNvPr>
          <p:cNvSpPr>
            <a:spLocks noGrp="1"/>
          </p:cNvSpPr>
          <p:nvPr/>
        </p:nvSpPr>
        <p:spPr>
          <a:xfrm>
            <a:off x="4591050" y="51577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8" name="円/楕円 147">
            <a:extLst>
              <a:ext uri="{FF2B5EF4-FFF2-40B4-BE49-F238E27FC236}">
                <a16:creationId xmlns:a16="http://schemas.microsoft.com/office/drawing/2014/main" id="{C4F4AB09-C04C-4AE8-A1F9-A0B3187B3909}"/>
              </a:ext>
            </a:extLst>
          </p:cNvPr>
          <p:cNvSpPr>
            <a:spLocks noGrp="1"/>
          </p:cNvSpPr>
          <p:nvPr/>
        </p:nvSpPr>
        <p:spPr>
          <a:xfrm>
            <a:off x="4600575" y="555783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149" name="直線矢印コネクタ 148"/>
          <p:cNvCxnSpPr>
            <a:stCxn id="147" idx="3"/>
            <a:endCxn id="148" idx="1"/>
          </p:cNvCxnSpPr>
          <p:nvPr/>
        </p:nvCxnSpPr>
        <p:spPr>
          <a:xfrm>
            <a:off x="4592445" y="5165918"/>
            <a:ext cx="9525" cy="393315"/>
          </a:xfrm>
          <a:prstGeom prst="straightConnector1">
            <a:avLst/>
          </a:prstGeom>
          <a:ln w="9525">
            <a:solidFill>
              <a:srgbClr val="D1D9E3"/>
            </a:solidFill>
            <a:prstDash val="solid"/>
          </a:ln>
        </p:spPr>
      </p:cxnSp>
      <p:sp>
        <p:nvSpPr>
          <p:cNvPr id="150" name="正方形/長方形 149">
            <a:extLst>
              <a:ext uri="{FF2B5EF4-FFF2-40B4-BE49-F238E27FC236}">
                <a16:creationId xmlns:a16="http://schemas.microsoft.com/office/drawing/2014/main" id="{8F106DB8-9F63-4131-8EC8-C7E8EAB9FEF2}"/>
              </a:ext>
            </a:extLst>
          </p:cNvPr>
          <p:cNvSpPr>
            <a:spLocks noGrp="1"/>
          </p:cNvSpPr>
          <p:nvPr/>
        </p:nvSpPr>
        <p:spPr>
          <a:xfrm>
            <a:off x="4695825" y="5238750"/>
            <a:ext cx="112395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050" b="1">
                <a:solidFill>
                  <a:srgbClr val="132033"/>
                </a:solidFill>
                <a:latin typeface="Hiragino Sans"/>
                <a:ea typeface="Hiragino Sans"/>
                <a:cs typeface="Hiragino Sans"/>
              </a:defRPr>
            </a:pPr>
            <a:r>
              <a:t>最大</a:t>
            </a:r>
          </a:p>
        </p:txBody>
      </p:sp>
      <p:sp>
        <p:nvSpPr>
          <p:cNvPr id="151" name="円/楕円 150">
            <a:extLst>
              <a:ext uri="{FF2B5EF4-FFF2-40B4-BE49-F238E27FC236}">
                <a16:creationId xmlns:a16="http://schemas.microsoft.com/office/drawing/2014/main" id="{B4D2F683-EA19-4A21-AC17-0BB19662C87A}"/>
              </a:ext>
            </a:extLst>
          </p:cNvPr>
          <p:cNvSpPr>
            <a:spLocks noGrp="1"/>
          </p:cNvSpPr>
          <p:nvPr/>
        </p:nvSpPr>
        <p:spPr>
          <a:xfrm>
            <a:off x="5895975" y="51577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2" name="円/楕円 151">
            <a:extLst>
              <a:ext uri="{FF2B5EF4-FFF2-40B4-BE49-F238E27FC236}">
                <a16:creationId xmlns:a16="http://schemas.microsoft.com/office/drawing/2014/main" id="{0346CDAF-2B0C-4EEF-9406-237983D5EFF5}"/>
              </a:ext>
            </a:extLst>
          </p:cNvPr>
          <p:cNvSpPr>
            <a:spLocks noGrp="1"/>
          </p:cNvSpPr>
          <p:nvPr/>
        </p:nvSpPr>
        <p:spPr>
          <a:xfrm>
            <a:off x="5905500" y="555783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153" name="直線矢印コネクタ 152"/>
          <p:cNvCxnSpPr>
            <a:stCxn id="151" idx="3"/>
            <a:endCxn id="152" idx="1"/>
          </p:cNvCxnSpPr>
          <p:nvPr/>
        </p:nvCxnSpPr>
        <p:spPr>
          <a:xfrm>
            <a:off x="5897370" y="5165918"/>
            <a:ext cx="9525" cy="393315"/>
          </a:xfrm>
          <a:prstGeom prst="straightConnector1">
            <a:avLst/>
          </a:prstGeom>
          <a:ln w="9525">
            <a:solidFill>
              <a:srgbClr val="D1D9E3"/>
            </a:solidFill>
            <a:prstDash val="solid"/>
          </a:ln>
        </p:spPr>
      </p:cxnSp>
      <p:sp>
        <p:nvSpPr>
          <p:cNvPr id="154" name="正方形/長方形 153">
            <a:extLst>
              <a:ext uri="{FF2B5EF4-FFF2-40B4-BE49-F238E27FC236}">
                <a16:creationId xmlns:a16="http://schemas.microsoft.com/office/drawing/2014/main" id="{642BA26D-B4CF-485E-93AA-322C77D900F1}"/>
              </a:ext>
            </a:extLst>
          </p:cNvPr>
          <p:cNvSpPr>
            <a:spLocks noGrp="1"/>
          </p:cNvSpPr>
          <p:nvPr/>
        </p:nvSpPr>
        <p:spPr>
          <a:xfrm>
            <a:off x="6000750" y="5238750"/>
            <a:ext cx="112395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050" b="1">
                <a:solidFill>
                  <a:srgbClr val="132033"/>
                </a:solidFill>
                <a:latin typeface="Hiragino Sans"/>
                <a:ea typeface="Hiragino Sans"/>
                <a:cs typeface="Hiragino Sans"/>
              </a:defRPr>
            </a:pPr>
            <a:r>
              <a:t>開始→終了差</a:t>
            </a:r>
          </a:p>
        </p:txBody>
      </p:sp>
      <p:sp>
        <p:nvSpPr>
          <p:cNvPr id="155" name="円/楕円 154">
            <a:extLst>
              <a:ext uri="{FF2B5EF4-FFF2-40B4-BE49-F238E27FC236}">
                <a16:creationId xmlns:a16="http://schemas.microsoft.com/office/drawing/2014/main" id="{FA6148A0-2AD2-4D33-B12C-1A29383B0780}"/>
              </a:ext>
            </a:extLst>
          </p:cNvPr>
          <p:cNvSpPr>
            <a:spLocks noGrp="1"/>
          </p:cNvSpPr>
          <p:nvPr/>
        </p:nvSpPr>
        <p:spPr>
          <a:xfrm>
            <a:off x="7200900" y="51577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6" name="円/楕円 155">
            <a:extLst>
              <a:ext uri="{FF2B5EF4-FFF2-40B4-BE49-F238E27FC236}">
                <a16:creationId xmlns:a16="http://schemas.microsoft.com/office/drawing/2014/main" id="{F96A26C7-3D69-4E95-B09C-029C31D7D702}"/>
              </a:ext>
            </a:extLst>
          </p:cNvPr>
          <p:cNvSpPr>
            <a:spLocks noGrp="1"/>
          </p:cNvSpPr>
          <p:nvPr/>
        </p:nvSpPr>
        <p:spPr>
          <a:xfrm>
            <a:off x="7210425" y="555783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157" name="直線矢印コネクタ 156"/>
          <p:cNvCxnSpPr>
            <a:stCxn id="155" idx="3"/>
            <a:endCxn id="156" idx="1"/>
          </p:cNvCxnSpPr>
          <p:nvPr/>
        </p:nvCxnSpPr>
        <p:spPr>
          <a:xfrm>
            <a:off x="7202295" y="5165918"/>
            <a:ext cx="9525" cy="393315"/>
          </a:xfrm>
          <a:prstGeom prst="straightConnector1">
            <a:avLst/>
          </a:prstGeom>
          <a:ln w="9525">
            <a:solidFill>
              <a:srgbClr val="D1D9E3"/>
            </a:solidFill>
            <a:prstDash val="solid"/>
          </a:ln>
        </p:spPr>
      </p:cxnSp>
      <p:sp>
        <p:nvSpPr>
          <p:cNvPr id="158" name="正方形/長方形 157">
            <a:extLst>
              <a:ext uri="{FF2B5EF4-FFF2-40B4-BE49-F238E27FC236}">
                <a16:creationId xmlns:a16="http://schemas.microsoft.com/office/drawing/2014/main" id="{9DD0AF35-1732-4DCB-A9D4-A356E8C7A5FE}"/>
              </a:ext>
            </a:extLst>
          </p:cNvPr>
          <p:cNvSpPr>
            <a:spLocks noGrp="1"/>
          </p:cNvSpPr>
          <p:nvPr/>
        </p:nvSpPr>
        <p:spPr>
          <a:xfrm>
            <a:off x="7305675" y="5238750"/>
            <a:ext cx="112395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050" b="1">
                <a:solidFill>
                  <a:srgbClr val="132033"/>
                </a:solidFill>
                <a:latin typeface="Hiragino Sans"/>
                <a:ea typeface="Hiragino Sans"/>
                <a:cs typeface="Hiragino Sans"/>
              </a:defRPr>
            </a:pPr>
            <a:r>
              <a:t>|速度|平均</a:t>
            </a:r>
          </a:p>
        </p:txBody>
      </p:sp>
      <p:sp>
        <p:nvSpPr>
          <p:cNvPr id="159" name="円/楕円 158">
            <a:extLst>
              <a:ext uri="{FF2B5EF4-FFF2-40B4-BE49-F238E27FC236}">
                <a16:creationId xmlns:a16="http://schemas.microsoft.com/office/drawing/2014/main" id="{F999A51D-91E4-4BA2-BF3F-95EAE0A30732}"/>
              </a:ext>
            </a:extLst>
          </p:cNvPr>
          <p:cNvSpPr>
            <a:spLocks noGrp="1"/>
          </p:cNvSpPr>
          <p:nvPr/>
        </p:nvSpPr>
        <p:spPr>
          <a:xfrm>
            <a:off x="8505825" y="51577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0" name="円/楕円 159">
            <a:extLst>
              <a:ext uri="{FF2B5EF4-FFF2-40B4-BE49-F238E27FC236}">
                <a16:creationId xmlns:a16="http://schemas.microsoft.com/office/drawing/2014/main" id="{BF277644-973E-4238-BECA-1C16D7CD6EB3}"/>
              </a:ext>
            </a:extLst>
          </p:cNvPr>
          <p:cNvSpPr>
            <a:spLocks noGrp="1"/>
          </p:cNvSpPr>
          <p:nvPr/>
        </p:nvSpPr>
        <p:spPr>
          <a:xfrm>
            <a:off x="8515350" y="555783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161" name="直線矢印コネクタ 160"/>
          <p:cNvCxnSpPr>
            <a:stCxn id="159" idx="3"/>
            <a:endCxn id="160" idx="1"/>
          </p:cNvCxnSpPr>
          <p:nvPr/>
        </p:nvCxnSpPr>
        <p:spPr>
          <a:xfrm>
            <a:off x="8507220" y="5165918"/>
            <a:ext cx="9525" cy="393315"/>
          </a:xfrm>
          <a:prstGeom prst="straightConnector1">
            <a:avLst/>
          </a:prstGeom>
          <a:ln w="9525">
            <a:solidFill>
              <a:srgbClr val="D1D9E3"/>
            </a:solidFill>
            <a:prstDash val="solid"/>
          </a:ln>
        </p:spPr>
      </p:cxnSp>
      <p:sp>
        <p:nvSpPr>
          <p:cNvPr id="162" name="正方形/長方形 161">
            <a:extLst>
              <a:ext uri="{FF2B5EF4-FFF2-40B4-BE49-F238E27FC236}">
                <a16:creationId xmlns:a16="http://schemas.microsoft.com/office/drawing/2014/main" id="{0FDCB6DB-FC88-4A76-8F57-B7FA51D83416}"/>
              </a:ext>
            </a:extLst>
          </p:cNvPr>
          <p:cNvSpPr>
            <a:spLocks noGrp="1"/>
          </p:cNvSpPr>
          <p:nvPr/>
        </p:nvSpPr>
        <p:spPr>
          <a:xfrm>
            <a:off x="8610600" y="5238750"/>
            <a:ext cx="112395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050" b="1">
                <a:solidFill>
                  <a:srgbClr val="132033"/>
                </a:solidFill>
                <a:latin typeface="Hiragino Sans"/>
                <a:ea typeface="Hiragino Sans"/>
                <a:cs typeface="Hiragino Sans"/>
              </a:defRPr>
            </a:pPr>
            <a:r>
              <a:t>速度最大</a:t>
            </a:r>
          </a:p>
        </p:txBody>
      </p:sp>
      <p:sp>
        <p:nvSpPr>
          <p:cNvPr id="163" name="円/楕円 162">
            <a:extLst>
              <a:ext uri="{FF2B5EF4-FFF2-40B4-BE49-F238E27FC236}">
                <a16:creationId xmlns:a16="http://schemas.microsoft.com/office/drawing/2014/main" id="{364F591A-A69B-4898-93ED-AFD03AB0344C}"/>
              </a:ext>
            </a:extLst>
          </p:cNvPr>
          <p:cNvSpPr>
            <a:spLocks noGrp="1"/>
          </p:cNvSpPr>
          <p:nvPr/>
        </p:nvSpPr>
        <p:spPr>
          <a:xfrm>
            <a:off x="9810750" y="51577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4" name="円/楕円 163">
            <a:extLst>
              <a:ext uri="{FF2B5EF4-FFF2-40B4-BE49-F238E27FC236}">
                <a16:creationId xmlns:a16="http://schemas.microsoft.com/office/drawing/2014/main" id="{8BECD24F-4727-4218-852B-2EFC4C888F4B}"/>
              </a:ext>
            </a:extLst>
          </p:cNvPr>
          <p:cNvSpPr>
            <a:spLocks noGrp="1"/>
          </p:cNvSpPr>
          <p:nvPr/>
        </p:nvSpPr>
        <p:spPr>
          <a:xfrm>
            <a:off x="9820275" y="555783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165" name="直線矢印コネクタ 164"/>
          <p:cNvCxnSpPr>
            <a:stCxn id="163" idx="3"/>
            <a:endCxn id="164" idx="1"/>
          </p:cNvCxnSpPr>
          <p:nvPr/>
        </p:nvCxnSpPr>
        <p:spPr>
          <a:xfrm>
            <a:off x="9812145" y="5165918"/>
            <a:ext cx="9525" cy="393315"/>
          </a:xfrm>
          <a:prstGeom prst="straightConnector1">
            <a:avLst/>
          </a:prstGeom>
          <a:ln w="9525">
            <a:solidFill>
              <a:srgbClr val="D1D9E3"/>
            </a:solidFill>
            <a:prstDash val="solid"/>
          </a:ln>
        </p:spPr>
      </p:cxnSp>
      <p:sp>
        <p:nvSpPr>
          <p:cNvPr id="166" name="正方形/長方形 165">
            <a:extLst>
              <a:ext uri="{FF2B5EF4-FFF2-40B4-BE49-F238E27FC236}">
                <a16:creationId xmlns:a16="http://schemas.microsoft.com/office/drawing/2014/main" id="{570F4815-14CF-4A78-9610-6E98076A081C}"/>
              </a:ext>
            </a:extLst>
          </p:cNvPr>
          <p:cNvSpPr>
            <a:spLocks noGrp="1"/>
          </p:cNvSpPr>
          <p:nvPr/>
        </p:nvSpPr>
        <p:spPr>
          <a:xfrm>
            <a:off x="9915525" y="5238750"/>
            <a:ext cx="112395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050" b="1">
                <a:solidFill>
                  <a:srgbClr val="132033"/>
                </a:solidFill>
                <a:latin typeface="Hiragino Sans"/>
                <a:ea typeface="Hiragino Sans"/>
                <a:cs typeface="Hiragino Sans"/>
              </a:defRPr>
            </a:pPr>
            <a:r>
              <a:t>|加速度|平均</a:t>
            </a:r>
          </a:p>
        </p:txBody>
      </p:sp>
      <p:sp>
        <p:nvSpPr>
          <p:cNvPr id="167" name="正方形/長方形 166">
            <a:extLst>
              <a:ext uri="{FF2B5EF4-FFF2-40B4-BE49-F238E27FC236}">
                <a16:creationId xmlns:a16="http://schemas.microsoft.com/office/drawing/2014/main" id="{1D767671-1CEB-4F4D-ABA2-60E901E5DE48}"/>
              </a:ext>
            </a:extLst>
          </p:cNvPr>
          <p:cNvSpPr>
            <a:spLocks noGrp="1"/>
          </p:cNvSpPr>
          <p:nvPr/>
        </p:nvSpPr>
        <p:spPr>
          <a:xfrm>
            <a:off x="9334500" y="5876925"/>
            <a:ext cx="207645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defRPr sz="1125" b="1">
                <a:solidFill>
                  <a:srgbClr val="38BDF8"/>
                </a:solidFill>
                <a:latin typeface="Hiragino Sans"/>
                <a:ea typeface="Hiragino Sans"/>
                <a:cs typeface="Hiragino Sans"/>
              </a:defRPr>
            </a:pPr>
            <a:r>
              <a:t>特徴ベクトル</a:t>
            </a:r>
          </a:p>
        </p:txBody>
      </p:sp>
    </p:spTree>
    <p:extLst>
      <p:ext uri="{BB962C8B-B14F-4D97-AF65-F5344CB8AC3E}">
        <p14:creationId xmlns:p14="http://schemas.microsoft.com/office/powerpoint/2010/main" val="1796387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kicker-marker">
            <a:extLst>
              <a:ext uri="{FF2B5EF4-FFF2-40B4-BE49-F238E27FC236}">
                <a16:creationId xmlns:a16="http://schemas.microsoft.com/office/drawing/2014/main" id="{5B5FF78F-8A7C-4508-A30D-EF50F635F2A2}"/>
              </a:ext>
            </a:extLst>
          </p:cNvPr>
          <p:cNvSpPr>
            <a:spLocks noGrp="1"/>
          </p:cNvSpPr>
          <p:nvPr/>
        </p:nvSpPr>
        <p:spPr>
          <a:xfrm>
            <a:off x="581025" y="466725"/>
            <a:ext cx="95250" cy="95250"/>
          </a:xfrm>
          <a:prstGeom prst="ellipse">
            <a:avLst/>
          </a:prstGeom>
          <a:solidFill>
            <a:srgbClr val="38BDF8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7B1AA5C0-A44B-443C-AA8F-75CFF49D7144}"/>
              </a:ext>
            </a:extLst>
          </p:cNvPr>
          <p:cNvSpPr>
            <a:spLocks noGrp="1"/>
          </p:cNvSpPr>
          <p:nvPr/>
        </p:nvSpPr>
        <p:spPr>
          <a:xfrm>
            <a:off x="781050" y="409575"/>
            <a:ext cx="3429000" cy="2095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050" b="1">
                <a:solidFill>
                  <a:srgbClr val="38BDF8"/>
                </a:solidFill>
                <a:latin typeface="Hiragino Sans"/>
                <a:ea typeface="Hiragino Sans"/>
                <a:cs typeface="Hiragino Sans"/>
              </a:defRPr>
            </a:pPr>
            <a:r>
              <a:t>MODEL ARCHITECTURE</a:t>
            </a:r>
          </a:p>
        </p:txBody>
      </p:sp>
      <p:sp>
        <p:nvSpPr>
          <p:cNvPr id="3" name="title-6">
            <a:extLst>
              <a:ext uri="{FF2B5EF4-FFF2-40B4-BE49-F238E27FC236}">
                <a16:creationId xmlns:a16="http://schemas.microsoft.com/office/drawing/2014/main" id="{56F492BB-CEB9-4C82-83DF-A9FA3E08C29F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11049000" cy="609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3150" b="1">
                <a:solidFill>
                  <a:srgbClr val="F8FAFC"/>
                </a:solidFill>
                <a:latin typeface="Hiragino Sans"/>
                <a:ea typeface="Hiragino Sans"/>
                <a:cs typeface="Hiragino Sans"/>
              </a:defRPr>
            </a:pPr>
            <a:r>
              <a:t>8クラス分類を、異常判定ゲートで補正する</a:t>
            </a:r>
          </a:p>
        </p:txBody>
      </p:sp>
      <p:sp>
        <p:nvSpPr>
          <p:cNvPr id="4" name="subtitle-6">
            <a:extLst>
              <a:ext uri="{FF2B5EF4-FFF2-40B4-BE49-F238E27FC236}">
                <a16:creationId xmlns:a16="http://schemas.microsoft.com/office/drawing/2014/main" id="{2BB01322-F5FD-43A3-A7C7-7AAFBE15878B}"/>
              </a:ext>
            </a:extLst>
          </p:cNvPr>
          <p:cNvSpPr>
            <a:spLocks noGrp="1"/>
          </p:cNvSpPr>
          <p:nvPr/>
        </p:nvSpPr>
        <p:spPr>
          <a:xfrm>
            <a:off x="571500" y="1409700"/>
            <a:ext cx="10287000" cy="4000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94A3B8"/>
                </a:solidFill>
                <a:latin typeface="Hiragino Sans"/>
                <a:ea typeface="Hiragino Sans"/>
                <a:cs typeface="Hiragino Sans"/>
              </a:defRPr>
            </a:pPr>
            <a:r>
              <a:t>2つのExtra Treesを目的別に最適化し、グループ不整合を確率で修正</a:t>
            </a:r>
          </a:p>
        </p:txBody>
      </p:sp>
      <p:sp>
        <p:nvSpPr>
          <p:cNvPr id="5" name="footer-rule-6:from-anchor">
            <a:extLst>
              <a:ext uri="{FF2B5EF4-FFF2-40B4-BE49-F238E27FC236}">
                <a16:creationId xmlns:a16="http://schemas.microsoft.com/office/drawing/2014/main" id="{8E8EF112-0CB5-4052-838C-7A50734EA227}"/>
              </a:ext>
            </a:extLst>
          </p:cNvPr>
          <p:cNvSpPr>
            <a:spLocks noGrp="1"/>
          </p:cNvSpPr>
          <p:nvPr/>
        </p:nvSpPr>
        <p:spPr>
          <a:xfrm>
            <a:off x="542925" y="6481763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footer-rule-6:to-anchor">
            <a:extLst>
              <a:ext uri="{FF2B5EF4-FFF2-40B4-BE49-F238E27FC236}">
                <a16:creationId xmlns:a16="http://schemas.microsoft.com/office/drawing/2014/main" id="{A3534E79-7A57-4C38-BD28-62BE56EC9B86}"/>
              </a:ext>
            </a:extLst>
          </p:cNvPr>
          <p:cNvSpPr>
            <a:spLocks noGrp="1"/>
          </p:cNvSpPr>
          <p:nvPr/>
        </p:nvSpPr>
        <p:spPr>
          <a:xfrm>
            <a:off x="11639550" y="6481763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7" name="footer-rule-6"/>
          <p:cNvCxnSpPr>
            <a:stCxn id="5" idx="3"/>
            <a:endCxn id="6" idx="1"/>
          </p:cNvCxnSpPr>
          <p:nvPr/>
        </p:nvCxnSpPr>
        <p:spPr>
          <a:xfrm flipV="1">
            <a:off x="544320" y="6483158"/>
            <a:ext cx="11096625" cy="6735"/>
          </a:xfrm>
          <a:prstGeom prst="straightConnector1">
            <a:avLst/>
          </a:prstGeom>
          <a:ln w="9525">
            <a:solidFill>
              <a:srgbClr val="243449"/>
            </a:solidFill>
            <a:prstDash val="solid"/>
          </a:ln>
        </p:spPr>
      </p:cxnSp>
      <p:sp>
        <p:nvSpPr>
          <p:cNvPr id="8" name="footer-source-6">
            <a:extLst>
              <a:ext uri="{FF2B5EF4-FFF2-40B4-BE49-F238E27FC236}">
                <a16:creationId xmlns:a16="http://schemas.microsoft.com/office/drawing/2014/main" id="{FB5126A6-7685-4BA3-A5BB-1CF6937FB50F}"/>
              </a:ext>
            </a:extLst>
          </p:cNvPr>
          <p:cNvSpPr>
            <a:spLocks noGrp="1"/>
          </p:cNvSpPr>
          <p:nvPr/>
        </p:nvSpPr>
        <p:spPr>
          <a:xfrm>
            <a:off x="571500" y="6553200"/>
            <a:ext cx="7620000" cy="1714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defRPr>
            </a:pPr>
            <a:r>
              <a:t>Source: SPECIFICATION.md / LOSO metrics</a:t>
            </a:r>
          </a:p>
        </p:txBody>
      </p:sp>
      <p:sp>
        <p:nvSpPr>
          <p:cNvPr id="9" name="footer-page-6">
            <a:extLst>
              <a:ext uri="{FF2B5EF4-FFF2-40B4-BE49-F238E27FC236}">
                <a16:creationId xmlns:a16="http://schemas.microsoft.com/office/drawing/2014/main" id="{DC6A0EB0-3BF4-4822-BF73-0982BA9BF677}"/>
              </a:ext>
            </a:extLst>
          </p:cNvPr>
          <p:cNvSpPr>
            <a:spLocks noGrp="1"/>
          </p:cNvSpPr>
          <p:nvPr/>
        </p:nvSpPr>
        <p:spPr>
          <a:xfrm>
            <a:off x="11049000" y="6524625"/>
            <a:ext cx="571500" cy="209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Hiragino Sans"/>
                <a:ea typeface="Hiragino Sans"/>
                <a:cs typeface="Hiragino Sans"/>
              </a:defRPr>
            </a:pPr>
            <a:r>
              <a:t>06</a:t>
            </a:r>
          </a:p>
        </p:txBody>
      </p:sp>
      <p:sp>
        <p:nvSpPr>
          <p:cNvPr id="10" name="角丸四角形 9">
            <a:extLst>
              <a:ext uri="{FF2B5EF4-FFF2-40B4-BE49-F238E27FC236}">
                <a16:creationId xmlns:a16="http://schemas.microsoft.com/office/drawing/2014/main" id="{360307E5-416D-45CB-9609-33C1E66935D5}"/>
              </a:ext>
            </a:extLst>
          </p:cNvPr>
          <p:cNvSpPr>
            <a:spLocks noGrp="1"/>
          </p:cNvSpPr>
          <p:nvPr/>
        </p:nvSpPr>
        <p:spPr>
          <a:xfrm>
            <a:off x="590550" y="2895600"/>
            <a:ext cx="1638300" cy="1219200"/>
          </a:xfrm>
          <a:prstGeom prst="roundRect">
            <a:avLst>
              <a:gd name="adj" fmla="val 14063"/>
            </a:avLst>
          </a:prstGeom>
          <a:solidFill>
            <a:srgbClr val="111C2E"/>
          </a:solidFill>
          <a:ln w="190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40A38A46-A825-4B15-A09A-29CC42F6CCD2}"/>
              </a:ext>
            </a:extLst>
          </p:cNvPr>
          <p:cNvSpPr>
            <a:spLocks noGrp="1"/>
          </p:cNvSpPr>
          <p:nvPr/>
        </p:nvSpPr>
        <p:spPr>
          <a:xfrm>
            <a:off x="838200" y="3143250"/>
            <a:ext cx="1143000" cy="5524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500" b="1">
                <a:solidFill>
                  <a:srgbClr val="F8FAFC"/>
                </a:solidFill>
                <a:latin typeface="Hiragino Sans"/>
                <a:ea typeface="Hiragino Sans"/>
                <a:cs typeface="Hiragino Sans"/>
              </a:defRPr>
            </a:pPr>
            <a:r>
              <a:t>FEATURE VECTOR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6B83A46-E0C3-421A-8F28-986774D011DE}"/>
              </a:ext>
            </a:extLst>
          </p:cNvPr>
          <p:cNvSpPr>
            <a:spLocks noGrp="1"/>
          </p:cNvSpPr>
          <p:nvPr/>
        </p:nvSpPr>
        <p:spPr>
          <a:xfrm>
            <a:off x="781050" y="3771900"/>
            <a:ext cx="1257300" cy="209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900" b="1">
                <a:solidFill>
                  <a:srgbClr val="94A3B8"/>
                </a:solidFill>
                <a:latin typeface="Hiragino Sans"/>
                <a:ea typeface="Hiragino Sans"/>
                <a:cs typeface="Hiragino Sans"/>
              </a:defRPr>
            </a:pPr>
            <a:r>
              <a:t>被験者z-score後</a:t>
            </a:r>
          </a:p>
        </p:txBody>
      </p:sp>
      <p:sp>
        <p:nvSpPr>
          <p:cNvPr id="13" name="円/楕円 12">
            <a:extLst>
              <a:ext uri="{FF2B5EF4-FFF2-40B4-BE49-F238E27FC236}">
                <a16:creationId xmlns:a16="http://schemas.microsoft.com/office/drawing/2014/main" id="{872D8A82-87A7-4A28-A4BD-B1F7C89DD342}"/>
              </a:ext>
            </a:extLst>
          </p:cNvPr>
          <p:cNvSpPr>
            <a:spLocks noGrp="1"/>
          </p:cNvSpPr>
          <p:nvPr/>
        </p:nvSpPr>
        <p:spPr>
          <a:xfrm>
            <a:off x="2219325" y="350043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円/楕円 13">
            <a:extLst>
              <a:ext uri="{FF2B5EF4-FFF2-40B4-BE49-F238E27FC236}">
                <a16:creationId xmlns:a16="http://schemas.microsoft.com/office/drawing/2014/main" id="{635B44D8-94B4-4334-97F5-4F05389439B9}"/>
              </a:ext>
            </a:extLst>
          </p:cNvPr>
          <p:cNvSpPr>
            <a:spLocks noGrp="1"/>
          </p:cNvSpPr>
          <p:nvPr/>
        </p:nvSpPr>
        <p:spPr>
          <a:xfrm>
            <a:off x="3257550" y="2709863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15" name="直線矢印コネクタ 14"/>
          <p:cNvCxnSpPr>
            <a:stCxn id="13" idx="3"/>
            <a:endCxn id="14" idx="1"/>
          </p:cNvCxnSpPr>
          <p:nvPr/>
        </p:nvCxnSpPr>
        <p:spPr>
          <a:xfrm flipV="1">
            <a:off x="2220720" y="2711258"/>
            <a:ext cx="1038225" cy="797310"/>
          </a:xfrm>
          <a:prstGeom prst="straightConnector1">
            <a:avLst/>
          </a:prstGeom>
          <a:ln w="28575">
            <a:solidFill>
              <a:srgbClr val="38BDF8"/>
            </a:solidFill>
            <a:prstDash val="solid"/>
          </a:ln>
        </p:spPr>
      </p:cxnSp>
      <p:sp>
        <p:nvSpPr>
          <p:cNvPr id="16" name="円/楕円 15">
            <a:extLst>
              <a:ext uri="{FF2B5EF4-FFF2-40B4-BE49-F238E27FC236}">
                <a16:creationId xmlns:a16="http://schemas.microsoft.com/office/drawing/2014/main" id="{AA106FB4-ADB5-4F9F-A59E-3A37BF4D2B82}"/>
              </a:ext>
            </a:extLst>
          </p:cNvPr>
          <p:cNvSpPr>
            <a:spLocks noGrp="1"/>
          </p:cNvSpPr>
          <p:nvPr/>
        </p:nvSpPr>
        <p:spPr>
          <a:xfrm>
            <a:off x="2219325" y="350043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円/楕円 16">
            <a:extLst>
              <a:ext uri="{FF2B5EF4-FFF2-40B4-BE49-F238E27FC236}">
                <a16:creationId xmlns:a16="http://schemas.microsoft.com/office/drawing/2014/main" id="{71A159F5-01DD-41CC-B9A7-4AA4234F4FBC}"/>
              </a:ext>
            </a:extLst>
          </p:cNvPr>
          <p:cNvSpPr>
            <a:spLocks noGrp="1"/>
          </p:cNvSpPr>
          <p:nvPr/>
        </p:nvSpPr>
        <p:spPr>
          <a:xfrm>
            <a:off x="3257550" y="4386263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18" name="直線矢印コネクタ 17"/>
          <p:cNvCxnSpPr>
            <a:stCxn id="16" idx="3"/>
            <a:endCxn id="17" idx="1"/>
          </p:cNvCxnSpPr>
          <p:nvPr/>
        </p:nvCxnSpPr>
        <p:spPr>
          <a:xfrm>
            <a:off x="2220720" y="3508568"/>
            <a:ext cx="1038225" cy="879090"/>
          </a:xfrm>
          <a:prstGeom prst="straightConnector1">
            <a:avLst/>
          </a:prstGeom>
          <a:ln w="28575">
            <a:solidFill>
              <a:srgbClr val="38BDF8"/>
            </a:solidFill>
            <a:prstDash val="solid"/>
          </a:ln>
        </p:spPr>
      </p:cxnSp>
      <p:sp>
        <p:nvSpPr>
          <p:cNvPr id="19" name="角丸四角形 18">
            <a:extLst>
              <a:ext uri="{FF2B5EF4-FFF2-40B4-BE49-F238E27FC236}">
                <a16:creationId xmlns:a16="http://schemas.microsoft.com/office/drawing/2014/main" id="{28C18A91-0CD7-47B2-83A1-23FC37FC28FB}"/>
              </a:ext>
            </a:extLst>
          </p:cNvPr>
          <p:cNvSpPr>
            <a:spLocks noGrp="1"/>
          </p:cNvSpPr>
          <p:nvPr/>
        </p:nvSpPr>
        <p:spPr>
          <a:xfrm>
            <a:off x="3257550" y="2114550"/>
            <a:ext cx="2724150" cy="1352550"/>
          </a:xfrm>
          <a:prstGeom prst="roundRect">
            <a:avLst>
              <a:gd name="adj" fmla="val 12676"/>
            </a:avLst>
          </a:prstGeom>
          <a:solidFill>
            <a:srgbClr val="10283A"/>
          </a:solidFill>
          <a:ln w="190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73F13287-E064-4B3F-ADE2-4BFF87AC12D9}"/>
              </a:ext>
            </a:extLst>
          </p:cNvPr>
          <p:cNvSpPr>
            <a:spLocks noGrp="1"/>
          </p:cNvSpPr>
          <p:nvPr/>
        </p:nvSpPr>
        <p:spPr>
          <a:xfrm>
            <a:off x="3524250" y="2333625"/>
            <a:ext cx="219075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050" b="1">
                <a:solidFill>
                  <a:srgbClr val="38BDF8"/>
                </a:solidFill>
                <a:latin typeface="Hiragino Sans"/>
                <a:ea typeface="Hiragino Sans"/>
                <a:cs typeface="Hiragino Sans"/>
              </a:defRPr>
            </a:pPr>
            <a:r>
              <a:t>ACTIVITY MODEL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3DD157A7-D066-4E59-92C9-A12BBFD2BD59}"/>
              </a:ext>
            </a:extLst>
          </p:cNvPr>
          <p:cNvSpPr>
            <a:spLocks noGrp="1"/>
          </p:cNvSpPr>
          <p:nvPr/>
        </p:nvSpPr>
        <p:spPr>
          <a:xfrm>
            <a:off x="3524250" y="2667000"/>
            <a:ext cx="2190750" cy="285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650" b="1">
                <a:solidFill>
                  <a:srgbClr val="F8FAFC"/>
                </a:solidFill>
                <a:latin typeface="Hiragino Sans"/>
                <a:ea typeface="Hiragino Sans"/>
                <a:cs typeface="Hiragino Sans"/>
              </a:defRPr>
            </a:pPr>
            <a:r>
              <a:t>Extra Trees × 300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2B101BD1-15B3-44BB-84B2-D83F542CC381}"/>
              </a:ext>
            </a:extLst>
          </p:cNvPr>
          <p:cNvSpPr>
            <a:spLocks noGrp="1"/>
          </p:cNvSpPr>
          <p:nvPr/>
        </p:nvSpPr>
        <p:spPr>
          <a:xfrm>
            <a:off x="3524250" y="3048000"/>
            <a:ext cx="2190750" cy="209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050" b="0">
                <a:solidFill>
                  <a:srgbClr val="94A3B8"/>
                </a:solidFill>
                <a:latin typeface="Hiragino Sans"/>
                <a:ea typeface="Hiragino Sans"/>
                <a:cs typeface="Hiragino Sans"/>
              </a:defRPr>
            </a:pPr>
            <a:r>
              <a:t>8 classes / leaf = 4</a:t>
            </a:r>
          </a:p>
        </p:txBody>
      </p:sp>
      <p:sp>
        <p:nvSpPr>
          <p:cNvPr id="23" name="角丸四角形 22">
            <a:extLst>
              <a:ext uri="{FF2B5EF4-FFF2-40B4-BE49-F238E27FC236}">
                <a16:creationId xmlns:a16="http://schemas.microsoft.com/office/drawing/2014/main" id="{FB19ACF8-F61D-4E13-9E08-408ED0E00A9B}"/>
              </a:ext>
            </a:extLst>
          </p:cNvPr>
          <p:cNvSpPr>
            <a:spLocks noGrp="1"/>
          </p:cNvSpPr>
          <p:nvPr/>
        </p:nvSpPr>
        <p:spPr>
          <a:xfrm>
            <a:off x="3257550" y="3943350"/>
            <a:ext cx="2724150" cy="1352550"/>
          </a:xfrm>
          <a:prstGeom prst="roundRect">
            <a:avLst>
              <a:gd name="adj" fmla="val 12676"/>
            </a:avLst>
          </a:prstGeom>
          <a:solidFill>
            <a:srgbClr val="321D31"/>
          </a:solidFill>
          <a:ln w="1905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5F7B9452-4D2B-41D3-AADC-CC24603C119F}"/>
              </a:ext>
            </a:extLst>
          </p:cNvPr>
          <p:cNvSpPr>
            <a:spLocks noGrp="1"/>
          </p:cNvSpPr>
          <p:nvPr/>
        </p:nvSpPr>
        <p:spPr>
          <a:xfrm>
            <a:off x="3524250" y="4162425"/>
            <a:ext cx="219075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050" b="1">
                <a:solidFill>
                  <a:srgbClr val="FB7185"/>
                </a:solidFill>
                <a:latin typeface="Hiragino Sans"/>
                <a:ea typeface="Hiragino Sans"/>
                <a:cs typeface="Hiragino Sans"/>
              </a:defRPr>
            </a:pPr>
            <a:r>
              <a:t>ABNORMAL MODEL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30CE4B8B-AE2E-4F39-8CB7-EAC96116458E}"/>
              </a:ext>
            </a:extLst>
          </p:cNvPr>
          <p:cNvSpPr>
            <a:spLocks noGrp="1"/>
          </p:cNvSpPr>
          <p:nvPr/>
        </p:nvSpPr>
        <p:spPr>
          <a:xfrm>
            <a:off x="3524250" y="4495800"/>
            <a:ext cx="2190750" cy="285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650" b="1">
                <a:solidFill>
                  <a:srgbClr val="F8FAFC"/>
                </a:solidFill>
                <a:latin typeface="Hiragino Sans"/>
                <a:ea typeface="Hiragino Sans"/>
                <a:cs typeface="Hiragino Sans"/>
              </a:defRPr>
            </a:pPr>
            <a:r>
              <a:t>Extra Trees × 300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6E4E2EE3-49CF-42C3-B4B6-D41743394964}"/>
              </a:ext>
            </a:extLst>
          </p:cNvPr>
          <p:cNvSpPr>
            <a:spLocks noGrp="1"/>
          </p:cNvSpPr>
          <p:nvPr/>
        </p:nvSpPr>
        <p:spPr>
          <a:xfrm>
            <a:off x="3429000" y="4876800"/>
            <a:ext cx="2381250" cy="209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050" b="0">
                <a:solidFill>
                  <a:srgbClr val="94A3B8"/>
                </a:solidFill>
                <a:latin typeface="Hiragino Sans"/>
                <a:ea typeface="Hiragino Sans"/>
                <a:cs typeface="Hiragino Sans"/>
              </a:defRPr>
            </a:pPr>
            <a:r>
              <a:t>Normal / Unusual / leaf = 2</a:t>
            </a:r>
          </a:p>
        </p:txBody>
      </p:sp>
      <p:sp>
        <p:nvSpPr>
          <p:cNvPr id="27" name="円/楕円 26">
            <a:extLst>
              <a:ext uri="{FF2B5EF4-FFF2-40B4-BE49-F238E27FC236}">
                <a16:creationId xmlns:a16="http://schemas.microsoft.com/office/drawing/2014/main" id="{FF218B74-6F73-48BC-AAE5-5D5D985B2961}"/>
              </a:ext>
            </a:extLst>
          </p:cNvPr>
          <p:cNvSpPr>
            <a:spLocks noGrp="1"/>
          </p:cNvSpPr>
          <p:nvPr/>
        </p:nvSpPr>
        <p:spPr>
          <a:xfrm>
            <a:off x="5972175" y="2786063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円/楕円 27">
            <a:extLst>
              <a:ext uri="{FF2B5EF4-FFF2-40B4-BE49-F238E27FC236}">
                <a16:creationId xmlns:a16="http://schemas.microsoft.com/office/drawing/2014/main" id="{A196B573-FDC9-435C-9581-12CD97CD77DA}"/>
              </a:ext>
            </a:extLst>
          </p:cNvPr>
          <p:cNvSpPr>
            <a:spLocks noGrp="1"/>
          </p:cNvSpPr>
          <p:nvPr/>
        </p:nvSpPr>
        <p:spPr>
          <a:xfrm>
            <a:off x="7239000" y="342423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29" name="直線矢印コネクタ 28"/>
          <p:cNvCxnSpPr>
            <a:stCxn id="27" idx="3"/>
            <a:endCxn id="28" idx="1"/>
          </p:cNvCxnSpPr>
          <p:nvPr/>
        </p:nvCxnSpPr>
        <p:spPr>
          <a:xfrm>
            <a:off x="5973570" y="2794193"/>
            <a:ext cx="1266825" cy="631440"/>
          </a:xfrm>
          <a:prstGeom prst="straightConnector1">
            <a:avLst/>
          </a:prstGeom>
          <a:ln w="28575">
            <a:solidFill>
              <a:srgbClr val="38BDF8"/>
            </a:solidFill>
            <a:prstDash val="solid"/>
          </a:ln>
        </p:spPr>
      </p:cxnSp>
      <p:sp>
        <p:nvSpPr>
          <p:cNvPr id="30" name="円/楕円 29">
            <a:extLst>
              <a:ext uri="{FF2B5EF4-FFF2-40B4-BE49-F238E27FC236}">
                <a16:creationId xmlns:a16="http://schemas.microsoft.com/office/drawing/2014/main" id="{D9B15015-F8DF-4FC5-9812-F90084823E75}"/>
              </a:ext>
            </a:extLst>
          </p:cNvPr>
          <p:cNvSpPr>
            <a:spLocks noGrp="1"/>
          </p:cNvSpPr>
          <p:nvPr/>
        </p:nvSpPr>
        <p:spPr>
          <a:xfrm>
            <a:off x="5972175" y="4614863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円/楕円 30">
            <a:extLst>
              <a:ext uri="{FF2B5EF4-FFF2-40B4-BE49-F238E27FC236}">
                <a16:creationId xmlns:a16="http://schemas.microsoft.com/office/drawing/2014/main" id="{39D6D423-56FC-4F36-BCB6-95A3FDF0FAF5}"/>
              </a:ext>
            </a:extLst>
          </p:cNvPr>
          <p:cNvSpPr>
            <a:spLocks noGrp="1"/>
          </p:cNvSpPr>
          <p:nvPr/>
        </p:nvSpPr>
        <p:spPr>
          <a:xfrm>
            <a:off x="7239000" y="380523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32" name="直線矢印コネクタ 31"/>
          <p:cNvCxnSpPr>
            <a:stCxn id="30" idx="3"/>
            <a:endCxn id="31" idx="1"/>
          </p:cNvCxnSpPr>
          <p:nvPr/>
        </p:nvCxnSpPr>
        <p:spPr>
          <a:xfrm flipV="1">
            <a:off x="5973570" y="3806633"/>
            <a:ext cx="1266825" cy="816360"/>
          </a:xfrm>
          <a:prstGeom prst="straightConnector1">
            <a:avLst/>
          </a:prstGeom>
          <a:ln w="28575">
            <a:solidFill>
              <a:srgbClr val="FB7185"/>
            </a:solidFill>
            <a:prstDash val="solid"/>
          </a:ln>
        </p:spPr>
      </p:cxnSp>
      <p:sp>
        <p:nvSpPr>
          <p:cNvPr id="33" name="角丸四角形 32">
            <a:extLst>
              <a:ext uri="{FF2B5EF4-FFF2-40B4-BE49-F238E27FC236}">
                <a16:creationId xmlns:a16="http://schemas.microsoft.com/office/drawing/2014/main" id="{3240A858-D1B3-4DC6-8AA7-AAE1EBBEA87F}"/>
              </a:ext>
            </a:extLst>
          </p:cNvPr>
          <p:cNvSpPr>
            <a:spLocks noGrp="1"/>
          </p:cNvSpPr>
          <p:nvPr/>
        </p:nvSpPr>
        <p:spPr>
          <a:xfrm>
            <a:off x="7239000" y="2724150"/>
            <a:ext cx="2000250" cy="1790700"/>
          </a:xfrm>
          <a:prstGeom prst="roundRect">
            <a:avLst>
              <a:gd name="adj" fmla="val 10638"/>
            </a:avLst>
          </a:prstGeom>
          <a:solidFill>
            <a:srgbClr val="111C2E"/>
          </a:solidFill>
          <a:ln w="1905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526A3883-1535-4CBB-8701-D46EBD4DD1E7}"/>
              </a:ext>
            </a:extLst>
          </p:cNvPr>
          <p:cNvSpPr>
            <a:spLocks noGrp="1"/>
          </p:cNvSpPr>
          <p:nvPr/>
        </p:nvSpPr>
        <p:spPr>
          <a:xfrm>
            <a:off x="7677150" y="2933700"/>
            <a:ext cx="112395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275" b="1">
                <a:solidFill>
                  <a:srgbClr val="F8FAFC"/>
                </a:solidFill>
                <a:latin typeface="Hiragino Sans"/>
                <a:ea typeface="Hiragino Sans"/>
                <a:cs typeface="Hiragino Sans"/>
              </a:defRPr>
            </a:pPr>
            <a:r>
              <a:t>GATE</a:t>
            </a: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1E3FE948-8F11-4836-AC31-D571AEBD6175}"/>
              </a:ext>
            </a:extLst>
          </p:cNvPr>
          <p:cNvSpPr>
            <a:spLocks noGrp="1"/>
          </p:cNvSpPr>
          <p:nvPr/>
        </p:nvSpPr>
        <p:spPr>
          <a:xfrm>
            <a:off x="7524750" y="3333750"/>
            <a:ext cx="1428750" cy="2476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94A3B8"/>
                </a:solidFill>
                <a:latin typeface="Hiragino Sans"/>
                <a:ea typeface="Hiragino Sans"/>
                <a:cs typeface="Hiragino Sans"/>
              </a:defRPr>
            </a:pPr>
            <a:r>
              <a:t>グループ一致?</a:t>
            </a:r>
          </a:p>
        </p:txBody>
      </p:sp>
      <p:sp>
        <p:nvSpPr>
          <p:cNvPr id="36" name="円/楕円 35">
            <a:extLst>
              <a:ext uri="{FF2B5EF4-FFF2-40B4-BE49-F238E27FC236}">
                <a16:creationId xmlns:a16="http://schemas.microsoft.com/office/drawing/2014/main" id="{8AC0FD42-C284-4E5E-A96F-4BC3E9196829}"/>
              </a:ext>
            </a:extLst>
          </p:cNvPr>
          <p:cNvSpPr>
            <a:spLocks noGrp="1"/>
          </p:cNvSpPr>
          <p:nvPr/>
        </p:nvSpPr>
        <p:spPr>
          <a:xfrm>
            <a:off x="7667625" y="3676650"/>
            <a:ext cx="438150" cy="438150"/>
          </a:xfrm>
          <a:prstGeom prst="ellipse">
            <a:avLst/>
          </a:prstGeom>
          <a:solidFill>
            <a:srgbClr val="2DD4BF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7EFECC91-3CE4-44E2-8209-E70E77E06B6B}"/>
              </a:ext>
            </a:extLst>
          </p:cNvPr>
          <p:cNvSpPr>
            <a:spLocks noGrp="1"/>
          </p:cNvSpPr>
          <p:nvPr/>
        </p:nvSpPr>
        <p:spPr>
          <a:xfrm>
            <a:off x="7677150" y="3752850"/>
            <a:ext cx="419100" cy="2857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0B1220"/>
                </a:solidFill>
                <a:latin typeface="Hiragino Sans"/>
                <a:ea typeface="Hiragino Sans"/>
                <a:cs typeface="Hiragino Sans"/>
              </a:defRPr>
            </a:pPr>
            <a:r>
              <a:t>YES</a:t>
            </a:r>
          </a:p>
        </p:txBody>
      </p:sp>
      <p:sp>
        <p:nvSpPr>
          <p:cNvPr id="38" name="円/楕円 37">
            <a:extLst>
              <a:ext uri="{FF2B5EF4-FFF2-40B4-BE49-F238E27FC236}">
                <a16:creationId xmlns:a16="http://schemas.microsoft.com/office/drawing/2014/main" id="{6A830881-3AAE-49B9-9637-BAA68333616F}"/>
              </a:ext>
            </a:extLst>
          </p:cNvPr>
          <p:cNvSpPr>
            <a:spLocks noGrp="1"/>
          </p:cNvSpPr>
          <p:nvPr/>
        </p:nvSpPr>
        <p:spPr>
          <a:xfrm>
            <a:off x="8372475" y="3676650"/>
            <a:ext cx="438150" cy="4381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05C764FE-EC02-4A6E-A73B-D74BEDF85A66}"/>
              </a:ext>
            </a:extLst>
          </p:cNvPr>
          <p:cNvSpPr>
            <a:spLocks noGrp="1"/>
          </p:cNvSpPr>
          <p:nvPr/>
        </p:nvSpPr>
        <p:spPr>
          <a:xfrm>
            <a:off x="8382000" y="3752850"/>
            <a:ext cx="419100" cy="2857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0B1220"/>
                </a:solidFill>
                <a:latin typeface="Hiragino Sans"/>
                <a:ea typeface="Hiragino Sans"/>
                <a:cs typeface="Hiragino Sans"/>
              </a:defRPr>
            </a:pPr>
            <a:r>
              <a:t>NO</a:t>
            </a:r>
          </a:p>
        </p:txBody>
      </p:sp>
      <p:sp>
        <p:nvSpPr>
          <p:cNvPr id="40" name="円/楕円 39">
            <a:extLst>
              <a:ext uri="{FF2B5EF4-FFF2-40B4-BE49-F238E27FC236}">
                <a16:creationId xmlns:a16="http://schemas.microsoft.com/office/drawing/2014/main" id="{FC0E0AE5-FE01-48B3-A3B4-FE87FDD00316}"/>
              </a:ext>
            </a:extLst>
          </p:cNvPr>
          <p:cNvSpPr>
            <a:spLocks noGrp="1"/>
          </p:cNvSpPr>
          <p:nvPr/>
        </p:nvSpPr>
        <p:spPr>
          <a:xfrm>
            <a:off x="9229725" y="361473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円/楕円 40">
            <a:extLst>
              <a:ext uri="{FF2B5EF4-FFF2-40B4-BE49-F238E27FC236}">
                <a16:creationId xmlns:a16="http://schemas.microsoft.com/office/drawing/2014/main" id="{D05A9F24-1F14-4722-888C-55CCD956DA6F}"/>
              </a:ext>
            </a:extLst>
          </p:cNvPr>
          <p:cNvSpPr>
            <a:spLocks noGrp="1"/>
          </p:cNvSpPr>
          <p:nvPr/>
        </p:nvSpPr>
        <p:spPr>
          <a:xfrm>
            <a:off x="10048875" y="361473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42" name="直線矢印コネクタ 41"/>
          <p:cNvCxnSpPr>
            <a:stCxn id="40" idx="3"/>
            <a:endCxn id="41" idx="1"/>
          </p:cNvCxnSpPr>
          <p:nvPr/>
        </p:nvCxnSpPr>
        <p:spPr>
          <a:xfrm flipV="1">
            <a:off x="9231120" y="3616133"/>
            <a:ext cx="819150" cy="6735"/>
          </a:xfrm>
          <a:prstGeom prst="straightConnector1">
            <a:avLst/>
          </a:prstGeom>
          <a:ln w="28575">
            <a:solidFill>
              <a:srgbClr val="F8FAFC"/>
            </a:solidFill>
            <a:prstDash val="solid"/>
          </a:ln>
        </p:spPr>
      </p:cxnSp>
      <p:sp>
        <p:nvSpPr>
          <p:cNvPr id="43" name="角丸四角形 42">
            <a:extLst>
              <a:ext uri="{FF2B5EF4-FFF2-40B4-BE49-F238E27FC236}">
                <a16:creationId xmlns:a16="http://schemas.microsoft.com/office/drawing/2014/main" id="{2D65698C-CED7-4BC2-A2FC-4F73C9A5E3CF}"/>
              </a:ext>
            </a:extLst>
          </p:cNvPr>
          <p:cNvSpPr>
            <a:spLocks noGrp="1"/>
          </p:cNvSpPr>
          <p:nvPr/>
        </p:nvSpPr>
        <p:spPr>
          <a:xfrm>
            <a:off x="10048875" y="2914650"/>
            <a:ext cx="1562100" cy="1409700"/>
          </a:xfrm>
          <a:prstGeom prst="roundRect">
            <a:avLst>
              <a:gd name="adj" fmla="val 12162"/>
            </a:avLst>
          </a:prstGeom>
          <a:solidFill>
            <a:srgbClr val="F5F7F8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A1D5188B-287D-4725-9453-4A2CAA1DE8CD}"/>
              </a:ext>
            </a:extLst>
          </p:cNvPr>
          <p:cNvSpPr>
            <a:spLocks noGrp="1"/>
          </p:cNvSpPr>
          <p:nvPr/>
        </p:nvSpPr>
        <p:spPr>
          <a:xfrm>
            <a:off x="10287000" y="3105150"/>
            <a:ext cx="108585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975" b="1">
                <a:solidFill>
                  <a:srgbClr val="64748B"/>
                </a:solidFill>
                <a:latin typeface="Hiragino Sans"/>
                <a:ea typeface="Hiragino Sans"/>
                <a:cs typeface="Hiragino Sans"/>
              </a:defRPr>
            </a:pPr>
            <a:r>
              <a:t>FINAL</a:t>
            </a: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E946B815-5BF2-4676-BDEC-57F4AF243010}"/>
              </a:ext>
            </a:extLst>
          </p:cNvPr>
          <p:cNvSpPr>
            <a:spLocks noGrp="1"/>
          </p:cNvSpPr>
          <p:nvPr/>
        </p:nvSpPr>
        <p:spPr>
          <a:xfrm>
            <a:off x="10287000" y="3390900"/>
            <a:ext cx="1085850" cy="285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575" b="1">
                <a:solidFill>
                  <a:srgbClr val="132033"/>
                </a:solidFill>
                <a:latin typeface="Hiragino Sans"/>
                <a:ea typeface="Hiragino Sans"/>
                <a:cs typeface="Hiragino Sans"/>
              </a:defRPr>
            </a:pPr>
            <a:r>
              <a:t>ACTIVITY</a:t>
            </a: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61DB6C4F-9AC3-4339-85DA-9995AE320459}"/>
              </a:ext>
            </a:extLst>
          </p:cNvPr>
          <p:cNvSpPr>
            <a:spLocks noGrp="1"/>
          </p:cNvSpPr>
          <p:nvPr/>
        </p:nvSpPr>
        <p:spPr>
          <a:xfrm>
            <a:off x="10287000" y="3714750"/>
            <a:ext cx="1085850" cy="4191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125" b="0">
                <a:solidFill>
                  <a:srgbClr val="132033"/>
                </a:solidFill>
                <a:latin typeface="Hiragino Sans"/>
                <a:ea typeface="Hiragino Sans"/>
                <a:cs typeface="Hiragino Sans"/>
              </a:defRPr>
            </a:pPr>
            <a:r>
              <a:t>8クラスの 最終ラベル</a:t>
            </a:r>
          </a:p>
        </p:txBody>
      </p:sp>
      <p:sp>
        <p:nvSpPr>
          <p:cNvPr id="47" name="角丸四角形 46">
            <a:extLst>
              <a:ext uri="{FF2B5EF4-FFF2-40B4-BE49-F238E27FC236}">
                <a16:creationId xmlns:a16="http://schemas.microsoft.com/office/drawing/2014/main" id="{2EC99104-B5D5-4195-B222-0E6BE932189E}"/>
              </a:ext>
            </a:extLst>
          </p:cNvPr>
          <p:cNvSpPr>
            <a:spLocks noGrp="1"/>
          </p:cNvSpPr>
          <p:nvPr/>
        </p:nvSpPr>
        <p:spPr>
          <a:xfrm>
            <a:off x="1295400" y="5695950"/>
            <a:ext cx="9601200" cy="438150"/>
          </a:xfrm>
          <a:prstGeom prst="roundRect">
            <a:avLst>
              <a:gd name="adj" fmla="val 21739"/>
            </a:avLst>
          </a:prstGeom>
          <a:solidFill>
            <a:srgbClr val="0E1929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FB2BA507-6607-42D0-A1DD-D647E246C214}"/>
              </a:ext>
            </a:extLst>
          </p:cNvPr>
          <p:cNvSpPr>
            <a:spLocks noGrp="1"/>
          </p:cNvSpPr>
          <p:nvPr/>
        </p:nvSpPr>
        <p:spPr>
          <a:xfrm>
            <a:off x="1524000" y="5800725"/>
            <a:ext cx="9144000" cy="2381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Hiragino Sans"/>
                <a:ea typeface="Hiragino Sans"/>
                <a:cs typeface="Hiragino Sans"/>
              </a:defRPr>
            </a:pPr>
            <a:r>
              <a:t>不一致時：異常モデルのグループを優先し、その4クラス内で活動確率が最大のラベルを選ぶ</a:t>
            </a:r>
          </a:p>
        </p:txBody>
      </p:sp>
    </p:spTree>
    <p:extLst>
      <p:ext uri="{BB962C8B-B14F-4D97-AF65-F5344CB8AC3E}">
        <p14:creationId xmlns:p14="http://schemas.microsoft.com/office/powerpoint/2010/main" val="1292084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kicker-marker">
            <a:extLst>
              <a:ext uri="{FF2B5EF4-FFF2-40B4-BE49-F238E27FC236}">
                <a16:creationId xmlns:a16="http://schemas.microsoft.com/office/drawing/2014/main" id="{8F7EE741-E745-4CB2-A7A2-C52063C975FF}"/>
              </a:ext>
            </a:extLst>
          </p:cNvPr>
          <p:cNvSpPr>
            <a:spLocks noGrp="1"/>
          </p:cNvSpPr>
          <p:nvPr/>
        </p:nvSpPr>
        <p:spPr>
          <a:xfrm>
            <a:off x="581025" y="466725"/>
            <a:ext cx="95250" cy="95250"/>
          </a:xfrm>
          <a:prstGeom prst="ellipse">
            <a:avLst/>
          </a:prstGeom>
          <a:solidFill>
            <a:srgbClr val="38BDF8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F9B1FFD0-E6EC-4292-99A4-B3A5012EA200}"/>
              </a:ext>
            </a:extLst>
          </p:cNvPr>
          <p:cNvSpPr>
            <a:spLocks noGrp="1"/>
          </p:cNvSpPr>
          <p:nvPr/>
        </p:nvSpPr>
        <p:spPr>
          <a:xfrm>
            <a:off x="781050" y="409575"/>
            <a:ext cx="3429000" cy="2095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050" b="1">
                <a:solidFill>
                  <a:srgbClr val="38BDF8"/>
                </a:solidFill>
                <a:latin typeface="Hiragino Sans"/>
                <a:ea typeface="Hiragino Sans"/>
                <a:cs typeface="Hiragino Sans"/>
              </a:defRPr>
            </a:pPr>
            <a:r>
              <a:t>VALIDATION</a:t>
            </a:r>
          </a:p>
        </p:txBody>
      </p:sp>
      <p:sp>
        <p:nvSpPr>
          <p:cNvPr id="3" name="title-7">
            <a:extLst>
              <a:ext uri="{FF2B5EF4-FFF2-40B4-BE49-F238E27FC236}">
                <a16:creationId xmlns:a16="http://schemas.microsoft.com/office/drawing/2014/main" id="{25D3E42E-D7B1-44DD-BE75-6F6E3E257389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11049000" cy="609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3150" b="1">
                <a:solidFill>
                  <a:srgbClr val="F8FAFC"/>
                </a:solidFill>
                <a:latin typeface="Hiragino Sans"/>
                <a:ea typeface="Hiragino Sans"/>
                <a:cs typeface="Hiragino Sans"/>
              </a:defRPr>
            </a:pPr>
            <a:r>
              <a:t>LOSOは「見たことのない1人」を毎回評価する</a:t>
            </a:r>
          </a:p>
        </p:txBody>
      </p:sp>
      <p:sp>
        <p:nvSpPr>
          <p:cNvPr id="4" name="subtitle-7">
            <a:extLst>
              <a:ext uri="{FF2B5EF4-FFF2-40B4-BE49-F238E27FC236}">
                <a16:creationId xmlns:a16="http://schemas.microsoft.com/office/drawing/2014/main" id="{8C31C8EC-AB41-4444-898E-DC0E25D29627}"/>
              </a:ext>
            </a:extLst>
          </p:cNvPr>
          <p:cNvSpPr>
            <a:spLocks noGrp="1"/>
          </p:cNvSpPr>
          <p:nvPr/>
        </p:nvSpPr>
        <p:spPr>
          <a:xfrm>
            <a:off x="571500" y="1409700"/>
            <a:ext cx="10287000" cy="4000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94A3B8"/>
                </a:solidFill>
                <a:latin typeface="Hiragino Sans"/>
                <a:ea typeface="Hiragino Sans"/>
                <a:cs typeface="Hiragino Sans"/>
              </a:defRPr>
            </a:pPr>
            <a:r>
              <a:t>同じ被験者の時間窓が学習側へ混入しない、被験者独立の評価</a:t>
            </a:r>
          </a:p>
        </p:txBody>
      </p:sp>
      <p:sp>
        <p:nvSpPr>
          <p:cNvPr id="5" name="footer-rule-7:from-anchor">
            <a:extLst>
              <a:ext uri="{FF2B5EF4-FFF2-40B4-BE49-F238E27FC236}">
                <a16:creationId xmlns:a16="http://schemas.microsoft.com/office/drawing/2014/main" id="{CF4B662B-4D82-41FE-9466-5AE8CAC91C52}"/>
              </a:ext>
            </a:extLst>
          </p:cNvPr>
          <p:cNvSpPr>
            <a:spLocks noGrp="1"/>
          </p:cNvSpPr>
          <p:nvPr/>
        </p:nvSpPr>
        <p:spPr>
          <a:xfrm>
            <a:off x="542925" y="6481763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footer-rule-7:to-anchor">
            <a:extLst>
              <a:ext uri="{FF2B5EF4-FFF2-40B4-BE49-F238E27FC236}">
                <a16:creationId xmlns:a16="http://schemas.microsoft.com/office/drawing/2014/main" id="{194E6718-A508-40FD-80C2-65497C5EF099}"/>
              </a:ext>
            </a:extLst>
          </p:cNvPr>
          <p:cNvSpPr>
            <a:spLocks noGrp="1"/>
          </p:cNvSpPr>
          <p:nvPr/>
        </p:nvSpPr>
        <p:spPr>
          <a:xfrm>
            <a:off x="11639550" y="6481763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7" name="footer-rule-7"/>
          <p:cNvCxnSpPr>
            <a:stCxn id="5" idx="3"/>
            <a:endCxn id="6" idx="1"/>
          </p:cNvCxnSpPr>
          <p:nvPr/>
        </p:nvCxnSpPr>
        <p:spPr>
          <a:xfrm flipV="1">
            <a:off x="544320" y="6483158"/>
            <a:ext cx="11096625" cy="6735"/>
          </a:xfrm>
          <a:prstGeom prst="straightConnector1">
            <a:avLst/>
          </a:prstGeom>
          <a:ln w="9525">
            <a:solidFill>
              <a:srgbClr val="243449"/>
            </a:solidFill>
            <a:prstDash val="solid"/>
          </a:ln>
        </p:spPr>
      </p:cxnSp>
      <p:sp>
        <p:nvSpPr>
          <p:cNvPr id="8" name="footer-source-7">
            <a:extLst>
              <a:ext uri="{FF2B5EF4-FFF2-40B4-BE49-F238E27FC236}">
                <a16:creationId xmlns:a16="http://schemas.microsoft.com/office/drawing/2014/main" id="{21A04BD4-0498-4F47-8961-9E1745825416}"/>
              </a:ext>
            </a:extLst>
          </p:cNvPr>
          <p:cNvSpPr>
            <a:spLocks noGrp="1"/>
          </p:cNvSpPr>
          <p:nvPr/>
        </p:nvSpPr>
        <p:spPr>
          <a:xfrm>
            <a:off x="571500" y="6553200"/>
            <a:ext cx="7620000" cy="1714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defRPr>
            </a:pPr>
            <a:r>
              <a:t>Source: SPECIFICATION.md / LOSO metrics</a:t>
            </a:r>
          </a:p>
        </p:txBody>
      </p:sp>
      <p:sp>
        <p:nvSpPr>
          <p:cNvPr id="9" name="footer-page-7">
            <a:extLst>
              <a:ext uri="{FF2B5EF4-FFF2-40B4-BE49-F238E27FC236}">
                <a16:creationId xmlns:a16="http://schemas.microsoft.com/office/drawing/2014/main" id="{C8BDDFBB-4770-4AFD-B2E9-CB702D1DC43A}"/>
              </a:ext>
            </a:extLst>
          </p:cNvPr>
          <p:cNvSpPr>
            <a:spLocks noGrp="1"/>
          </p:cNvSpPr>
          <p:nvPr/>
        </p:nvSpPr>
        <p:spPr>
          <a:xfrm>
            <a:off x="11049000" y="6524625"/>
            <a:ext cx="571500" cy="209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Hiragino Sans"/>
                <a:ea typeface="Hiragino Sans"/>
                <a:cs typeface="Hiragino Sans"/>
              </a:defRPr>
            </a:pPr>
            <a:r>
              <a:t>07</a:t>
            </a:r>
          </a:p>
        </p:txBody>
      </p:sp>
      <p:sp>
        <p:nvSpPr>
          <p:cNvPr id="10" name="円/楕円 9">
            <a:extLst>
              <a:ext uri="{FF2B5EF4-FFF2-40B4-BE49-F238E27FC236}">
                <a16:creationId xmlns:a16="http://schemas.microsoft.com/office/drawing/2014/main" id="{3429A5C7-5AD1-4A66-8BA7-2FBC18FCC205}"/>
              </a:ext>
            </a:extLst>
          </p:cNvPr>
          <p:cNvSpPr>
            <a:spLocks noGrp="1"/>
          </p:cNvSpPr>
          <p:nvPr/>
        </p:nvSpPr>
        <p:spPr>
          <a:xfrm>
            <a:off x="5267325" y="2924175"/>
            <a:ext cx="1657350" cy="1657350"/>
          </a:xfrm>
          <a:prstGeom prst="ellipse">
            <a:avLst/>
          </a:prstGeom>
          <a:solidFill>
            <a:srgbClr val="111C2E"/>
          </a:solidFill>
          <a:ln w="1905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4015963E-347F-4D28-8381-256FE9CBCBE6}"/>
              </a:ext>
            </a:extLst>
          </p:cNvPr>
          <p:cNvSpPr>
            <a:spLocks noGrp="1"/>
          </p:cNvSpPr>
          <p:nvPr/>
        </p:nvSpPr>
        <p:spPr>
          <a:xfrm>
            <a:off x="5467350" y="3238500"/>
            <a:ext cx="1257300" cy="4000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2400" b="1">
                <a:solidFill>
                  <a:srgbClr val="F8FAFC"/>
                </a:solidFill>
                <a:latin typeface="Hiragino Sans"/>
                <a:ea typeface="Hiragino Sans"/>
                <a:cs typeface="Hiragino Sans"/>
              </a:defRPr>
            </a:pPr>
            <a:r>
              <a:t>LOSO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A97A0C14-6C7E-4AA9-9D97-CD248468E517}"/>
              </a:ext>
            </a:extLst>
          </p:cNvPr>
          <p:cNvSpPr>
            <a:spLocks noGrp="1"/>
          </p:cNvSpPr>
          <p:nvPr/>
        </p:nvSpPr>
        <p:spPr>
          <a:xfrm>
            <a:off x="5524500" y="3733800"/>
            <a:ext cx="1143000" cy="5143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38BDF8"/>
                </a:solidFill>
                <a:latin typeface="Hiragino Sans"/>
                <a:ea typeface="Hiragino Sans"/>
                <a:cs typeface="Hiragino Sans"/>
              </a:defRPr>
            </a:pPr>
            <a:r>
              <a:t>3 TRAIN 1 TEST</a:t>
            </a:r>
          </a:p>
        </p:txBody>
      </p:sp>
      <p:sp>
        <p:nvSpPr>
          <p:cNvPr id="13" name="円/楕円 12">
            <a:extLst>
              <a:ext uri="{FF2B5EF4-FFF2-40B4-BE49-F238E27FC236}">
                <a16:creationId xmlns:a16="http://schemas.microsoft.com/office/drawing/2014/main" id="{0100DD3F-950A-4CE2-91C5-2EBB602174B8}"/>
              </a:ext>
            </a:extLst>
          </p:cNvPr>
          <p:cNvSpPr>
            <a:spLocks noGrp="1"/>
          </p:cNvSpPr>
          <p:nvPr/>
        </p:nvSpPr>
        <p:spPr>
          <a:xfrm>
            <a:off x="6086475" y="27193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円/楕円 13">
            <a:extLst>
              <a:ext uri="{FF2B5EF4-FFF2-40B4-BE49-F238E27FC236}">
                <a16:creationId xmlns:a16="http://schemas.microsoft.com/office/drawing/2014/main" id="{7C124CCD-8C1A-4101-9ED9-FAB41BEC75B0}"/>
              </a:ext>
            </a:extLst>
          </p:cNvPr>
          <p:cNvSpPr>
            <a:spLocks noGrp="1"/>
          </p:cNvSpPr>
          <p:nvPr/>
        </p:nvSpPr>
        <p:spPr>
          <a:xfrm>
            <a:off x="6096000" y="29098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15" name="直線矢印コネクタ 14"/>
          <p:cNvCxnSpPr>
            <a:stCxn id="13" idx="3"/>
            <a:endCxn id="14" idx="1"/>
          </p:cNvCxnSpPr>
          <p:nvPr/>
        </p:nvCxnSpPr>
        <p:spPr>
          <a:xfrm>
            <a:off x="6087870" y="2727518"/>
            <a:ext cx="9525" cy="183765"/>
          </a:xfrm>
          <a:prstGeom prst="straightConnector1">
            <a:avLst/>
          </a:prstGeom>
          <a:ln w="28575">
            <a:solidFill>
              <a:srgbClr val="243449"/>
            </a:solidFill>
            <a:prstDash val="solid"/>
          </a:ln>
        </p:spPr>
      </p:cxnSp>
      <p:sp>
        <p:nvSpPr>
          <p:cNvPr id="16" name="円/楕円 15">
            <a:extLst>
              <a:ext uri="{FF2B5EF4-FFF2-40B4-BE49-F238E27FC236}">
                <a16:creationId xmlns:a16="http://schemas.microsoft.com/office/drawing/2014/main" id="{3956A964-9EA4-4F9B-ABD4-468C6EC0FD8C}"/>
              </a:ext>
            </a:extLst>
          </p:cNvPr>
          <p:cNvSpPr>
            <a:spLocks noGrp="1"/>
          </p:cNvSpPr>
          <p:nvPr/>
        </p:nvSpPr>
        <p:spPr>
          <a:xfrm>
            <a:off x="8172450" y="37480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円/楕円 16">
            <a:extLst>
              <a:ext uri="{FF2B5EF4-FFF2-40B4-BE49-F238E27FC236}">
                <a16:creationId xmlns:a16="http://schemas.microsoft.com/office/drawing/2014/main" id="{3DDE0D6A-7C5B-4077-8DA0-1A5CC178D833}"/>
              </a:ext>
            </a:extLst>
          </p:cNvPr>
          <p:cNvSpPr>
            <a:spLocks noGrp="1"/>
          </p:cNvSpPr>
          <p:nvPr/>
        </p:nvSpPr>
        <p:spPr>
          <a:xfrm>
            <a:off x="7058025" y="37480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18" name="直線矢印コネクタ 17"/>
          <p:cNvCxnSpPr>
            <a:stCxn id="16" idx="1"/>
            <a:endCxn id="17" idx="3"/>
          </p:cNvCxnSpPr>
          <p:nvPr/>
        </p:nvCxnSpPr>
        <p:spPr>
          <a:xfrm flipH="1">
            <a:off x="7059420" y="3749483"/>
            <a:ext cx="1114425" cy="6735"/>
          </a:xfrm>
          <a:prstGeom prst="straightConnector1">
            <a:avLst/>
          </a:prstGeom>
          <a:ln w="28575">
            <a:solidFill>
              <a:srgbClr val="243449"/>
            </a:solidFill>
            <a:prstDash val="solid"/>
          </a:ln>
        </p:spPr>
      </p:cxnSp>
      <p:sp>
        <p:nvSpPr>
          <p:cNvPr id="19" name="円/楕円 18">
            <a:extLst>
              <a:ext uri="{FF2B5EF4-FFF2-40B4-BE49-F238E27FC236}">
                <a16:creationId xmlns:a16="http://schemas.microsoft.com/office/drawing/2014/main" id="{70822BD2-610B-481F-9B6F-738D010A59F8}"/>
              </a:ext>
            </a:extLst>
          </p:cNvPr>
          <p:cNvSpPr>
            <a:spLocks noGrp="1"/>
          </p:cNvSpPr>
          <p:nvPr/>
        </p:nvSpPr>
        <p:spPr>
          <a:xfrm>
            <a:off x="6086475" y="4576763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円/楕円 19">
            <a:extLst>
              <a:ext uri="{FF2B5EF4-FFF2-40B4-BE49-F238E27FC236}">
                <a16:creationId xmlns:a16="http://schemas.microsoft.com/office/drawing/2014/main" id="{6D182119-9838-45A1-AE21-4E7EA12765E8}"/>
              </a:ext>
            </a:extLst>
          </p:cNvPr>
          <p:cNvSpPr>
            <a:spLocks noGrp="1"/>
          </p:cNvSpPr>
          <p:nvPr/>
        </p:nvSpPr>
        <p:spPr>
          <a:xfrm>
            <a:off x="6096000" y="4672013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21" name="直線矢印コネクタ 20"/>
          <p:cNvCxnSpPr>
            <a:stCxn id="19" idx="3"/>
            <a:endCxn id="20" idx="1"/>
          </p:cNvCxnSpPr>
          <p:nvPr/>
        </p:nvCxnSpPr>
        <p:spPr>
          <a:xfrm>
            <a:off x="6087870" y="4584893"/>
            <a:ext cx="9525" cy="88515"/>
          </a:xfrm>
          <a:prstGeom prst="straightConnector1">
            <a:avLst/>
          </a:prstGeom>
          <a:ln w="28575">
            <a:solidFill>
              <a:srgbClr val="243449"/>
            </a:solidFill>
            <a:prstDash val="solid"/>
          </a:ln>
        </p:spPr>
      </p:cxnSp>
      <p:sp>
        <p:nvSpPr>
          <p:cNvPr id="22" name="円/楕円 21">
            <a:extLst>
              <a:ext uri="{FF2B5EF4-FFF2-40B4-BE49-F238E27FC236}">
                <a16:creationId xmlns:a16="http://schemas.microsoft.com/office/drawing/2014/main" id="{26A92EB6-EFC6-4FA5-9575-094EFC5A4946}"/>
              </a:ext>
            </a:extLst>
          </p:cNvPr>
          <p:cNvSpPr>
            <a:spLocks noGrp="1"/>
          </p:cNvSpPr>
          <p:nvPr/>
        </p:nvSpPr>
        <p:spPr>
          <a:xfrm>
            <a:off x="4010025" y="37480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円/楕円 22">
            <a:extLst>
              <a:ext uri="{FF2B5EF4-FFF2-40B4-BE49-F238E27FC236}">
                <a16:creationId xmlns:a16="http://schemas.microsoft.com/office/drawing/2014/main" id="{3A35D210-FFC0-485A-9867-A4ECF9BF418C}"/>
              </a:ext>
            </a:extLst>
          </p:cNvPr>
          <p:cNvSpPr>
            <a:spLocks noGrp="1"/>
          </p:cNvSpPr>
          <p:nvPr/>
        </p:nvSpPr>
        <p:spPr>
          <a:xfrm>
            <a:off x="5124450" y="37480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24" name="直線矢印コネクタ 23"/>
          <p:cNvCxnSpPr>
            <a:stCxn id="22" idx="3"/>
            <a:endCxn id="23" idx="1"/>
          </p:cNvCxnSpPr>
          <p:nvPr/>
        </p:nvCxnSpPr>
        <p:spPr>
          <a:xfrm flipV="1">
            <a:off x="4011420" y="3749483"/>
            <a:ext cx="1114425" cy="6735"/>
          </a:xfrm>
          <a:prstGeom prst="straightConnector1">
            <a:avLst/>
          </a:prstGeom>
          <a:ln w="28575">
            <a:solidFill>
              <a:srgbClr val="243449"/>
            </a:solidFill>
            <a:prstDash val="solid"/>
          </a:ln>
        </p:spPr>
      </p:cxn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197DE866-A2B6-45AB-B51E-EC4C0E4B7D24}"/>
              </a:ext>
            </a:extLst>
          </p:cNvPr>
          <p:cNvSpPr>
            <a:spLocks noGrp="1"/>
          </p:cNvSpPr>
          <p:nvPr/>
        </p:nvSpPr>
        <p:spPr>
          <a:xfrm>
            <a:off x="590550" y="2476500"/>
            <a:ext cx="2381250" cy="4572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94A3B8"/>
                </a:solidFill>
                <a:latin typeface="Hiragino Sans"/>
                <a:ea typeface="Hiragino Sans"/>
                <a:cs typeface="Hiragino Sans"/>
              </a:defRPr>
            </a:pPr>
            <a:r>
              <a:t>各Foldで評価対象だけを完全に除外</a:t>
            </a:r>
          </a:p>
        </p:txBody>
      </p:sp>
      <p:sp>
        <p:nvSpPr>
          <p:cNvPr id="26" name="角丸四角形 25">
            <a:extLst>
              <a:ext uri="{FF2B5EF4-FFF2-40B4-BE49-F238E27FC236}">
                <a16:creationId xmlns:a16="http://schemas.microsoft.com/office/drawing/2014/main" id="{32538C0E-FCB3-4D23-8C32-BC027E41687E}"/>
              </a:ext>
            </a:extLst>
          </p:cNvPr>
          <p:cNvSpPr>
            <a:spLocks noGrp="1"/>
          </p:cNvSpPr>
          <p:nvPr/>
        </p:nvSpPr>
        <p:spPr>
          <a:xfrm>
            <a:off x="590550" y="3143250"/>
            <a:ext cx="1809750" cy="1428750"/>
          </a:xfrm>
          <a:prstGeom prst="roundRect">
            <a:avLst>
              <a:gd name="adj" fmla="val 10667"/>
            </a:avLst>
          </a:prstGeom>
          <a:solidFill>
            <a:srgbClr val="111C2E"/>
          </a:solidFill>
          <a:ln w="9525">
            <a:solidFill>
              <a:srgbClr val="24344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3D00E509-C681-4DE0-823F-945A1D810529}"/>
              </a:ext>
            </a:extLst>
          </p:cNvPr>
          <p:cNvSpPr>
            <a:spLocks noGrp="1"/>
          </p:cNvSpPr>
          <p:nvPr/>
        </p:nvSpPr>
        <p:spPr>
          <a:xfrm>
            <a:off x="819150" y="3333750"/>
            <a:ext cx="66675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2DD4BF"/>
                </a:solidFill>
                <a:latin typeface="Hiragino Sans"/>
                <a:ea typeface="Hiragino Sans"/>
                <a:cs typeface="Hiragino Sans"/>
              </a:defRPr>
            </a:pPr>
            <a:r>
              <a:t>学習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51D884ED-2AAA-4824-A816-FA2E3C625689}"/>
              </a:ext>
            </a:extLst>
          </p:cNvPr>
          <p:cNvSpPr>
            <a:spLocks noGrp="1"/>
          </p:cNvSpPr>
          <p:nvPr/>
        </p:nvSpPr>
        <p:spPr>
          <a:xfrm>
            <a:off x="819150" y="3657600"/>
            <a:ext cx="1352550" cy="4953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F8FAFC"/>
                </a:solidFill>
                <a:latin typeface="Hiragino Sans"/>
                <a:ea typeface="Hiragino Sans"/>
                <a:cs typeface="Hiragino Sans"/>
              </a:defRPr>
            </a:pPr>
            <a:r>
              <a:t>残り3名の 全ラベル付き窓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FE68EF7E-0B59-42F3-A854-08547280F550}"/>
              </a:ext>
            </a:extLst>
          </p:cNvPr>
          <p:cNvSpPr>
            <a:spLocks noGrp="1"/>
          </p:cNvSpPr>
          <p:nvPr/>
        </p:nvSpPr>
        <p:spPr>
          <a:xfrm>
            <a:off x="819150" y="4229100"/>
            <a:ext cx="137160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FB7185"/>
                </a:solidFill>
                <a:latin typeface="Hiragino Sans"/>
                <a:ea typeface="Hiragino Sans"/>
                <a:cs typeface="Hiragino Sans"/>
              </a:defRPr>
            </a:pPr>
            <a:r>
              <a:t>評価  保持した1名のみ</a:t>
            </a:r>
          </a:p>
        </p:txBody>
      </p:sp>
      <p:sp>
        <p:nvSpPr>
          <p:cNvPr id="30" name="角丸四角形 29">
            <a:extLst>
              <a:ext uri="{FF2B5EF4-FFF2-40B4-BE49-F238E27FC236}">
                <a16:creationId xmlns:a16="http://schemas.microsoft.com/office/drawing/2014/main" id="{49AF55A2-87B2-4290-933B-A6A2543C34D2}"/>
              </a:ext>
            </a:extLst>
          </p:cNvPr>
          <p:cNvSpPr>
            <a:spLocks noGrp="1"/>
          </p:cNvSpPr>
          <p:nvPr/>
        </p:nvSpPr>
        <p:spPr>
          <a:xfrm>
            <a:off x="9505950" y="3143250"/>
            <a:ext cx="2095500" cy="1428750"/>
          </a:xfrm>
          <a:prstGeom prst="roundRect">
            <a:avLst>
              <a:gd name="adj" fmla="val 10667"/>
            </a:avLst>
          </a:prstGeom>
          <a:solidFill>
            <a:srgbClr val="111C2E"/>
          </a:solidFill>
          <a:ln w="9525">
            <a:solidFill>
              <a:srgbClr val="24344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542BEAFA-E9F9-4294-9539-526BDBCF32E0}"/>
              </a:ext>
            </a:extLst>
          </p:cNvPr>
          <p:cNvSpPr>
            <a:spLocks noGrp="1"/>
          </p:cNvSpPr>
          <p:nvPr/>
        </p:nvSpPr>
        <p:spPr>
          <a:xfrm>
            <a:off x="9734550" y="3333750"/>
            <a:ext cx="163830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050" b="1">
                <a:solidFill>
                  <a:srgbClr val="38BDF8"/>
                </a:solidFill>
                <a:latin typeface="Hiragino Sans"/>
                <a:ea typeface="Hiragino Sans"/>
                <a:cs typeface="Hiragino Sans"/>
              </a:defRPr>
            </a:pPr>
            <a:r>
              <a:t>4 FOLDS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13848573-11C3-49BD-9848-6CF3A26502C0}"/>
              </a:ext>
            </a:extLst>
          </p:cNvPr>
          <p:cNvSpPr>
            <a:spLocks noGrp="1"/>
          </p:cNvSpPr>
          <p:nvPr/>
        </p:nvSpPr>
        <p:spPr>
          <a:xfrm>
            <a:off x="9734550" y="3733800"/>
            <a:ext cx="1638300" cy="285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575" b="1">
                <a:solidFill>
                  <a:srgbClr val="F8FAFC"/>
                </a:solidFill>
                <a:latin typeface="Hiragino Sans"/>
                <a:ea typeface="Hiragino Sans"/>
                <a:cs typeface="Hiragino Sans"/>
              </a:defRPr>
            </a:pPr>
            <a:r>
              <a:t>1 → 2 → 3 → 5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D7BDBE82-5572-414A-8EDC-0ED36FCA402C}"/>
              </a:ext>
            </a:extLst>
          </p:cNvPr>
          <p:cNvSpPr>
            <a:spLocks noGrp="1"/>
          </p:cNvSpPr>
          <p:nvPr/>
        </p:nvSpPr>
        <p:spPr>
          <a:xfrm>
            <a:off x="9734550" y="4171950"/>
            <a:ext cx="163830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050" b="1">
                <a:solidFill>
                  <a:srgbClr val="94A3B8"/>
                </a:solidFill>
                <a:latin typeface="Hiragino Sans"/>
                <a:ea typeface="Hiragino Sans"/>
                <a:cs typeface="Hiragino Sans"/>
              </a:defRPr>
            </a:pPr>
            <a:r>
              <a:t>合計 10,682 windows</a:t>
            </a:r>
          </a:p>
        </p:txBody>
      </p:sp>
      <p:sp>
        <p:nvSpPr>
          <p:cNvPr id="34" name="円/楕円 33">
            <a:extLst>
              <a:ext uri="{FF2B5EF4-FFF2-40B4-BE49-F238E27FC236}">
                <a16:creationId xmlns:a16="http://schemas.microsoft.com/office/drawing/2014/main" id="{B7ADA76C-131D-4948-B7C0-75E905EF2141}"/>
              </a:ext>
            </a:extLst>
          </p:cNvPr>
          <p:cNvSpPr>
            <a:spLocks noGrp="1"/>
          </p:cNvSpPr>
          <p:nvPr/>
        </p:nvSpPr>
        <p:spPr>
          <a:xfrm>
            <a:off x="5676900" y="1885950"/>
            <a:ext cx="838200" cy="838200"/>
          </a:xfrm>
          <a:prstGeom prst="ellipse">
            <a:avLst/>
          </a:prstGeom>
          <a:solidFill>
            <a:srgbClr val="38BDF8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9967046C-E3A0-404F-BE05-D5BC59B4F78F}"/>
              </a:ext>
            </a:extLst>
          </p:cNvPr>
          <p:cNvSpPr>
            <a:spLocks noGrp="1"/>
          </p:cNvSpPr>
          <p:nvPr/>
        </p:nvSpPr>
        <p:spPr>
          <a:xfrm>
            <a:off x="5772150" y="2038350"/>
            <a:ext cx="647700" cy="5334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ctr">
              <a:defRPr sz="2100" b="1">
                <a:solidFill>
                  <a:srgbClr val="0B1220"/>
                </a:solidFill>
                <a:latin typeface="Hiragino Sans"/>
                <a:ea typeface="Hiragino Sans"/>
                <a:cs typeface="Hiragino Sans"/>
              </a:defRPr>
            </a:pPr>
            <a:r>
              <a:t>1</a:t>
            </a: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3C568C0F-EDCD-4ED5-8604-9F30A98ACAFF}"/>
              </a:ext>
            </a:extLst>
          </p:cNvPr>
          <p:cNvSpPr>
            <a:spLocks noGrp="1"/>
          </p:cNvSpPr>
          <p:nvPr/>
        </p:nvSpPr>
        <p:spPr>
          <a:xfrm>
            <a:off x="5429250" y="2819400"/>
            <a:ext cx="133350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050" b="1">
                <a:solidFill>
                  <a:srgbClr val="94A3B8"/>
                </a:solidFill>
                <a:latin typeface="Hiragino Sans"/>
                <a:ea typeface="Hiragino Sans"/>
                <a:cs typeface="Hiragino Sans"/>
              </a:defRPr>
            </a:pPr>
            <a:r>
              <a:t>Subject 1</a:t>
            </a:r>
          </a:p>
        </p:txBody>
      </p:sp>
      <p:sp>
        <p:nvSpPr>
          <p:cNvPr id="37" name="円/楕円 36">
            <a:extLst>
              <a:ext uri="{FF2B5EF4-FFF2-40B4-BE49-F238E27FC236}">
                <a16:creationId xmlns:a16="http://schemas.microsoft.com/office/drawing/2014/main" id="{8D52DC69-B2F3-4F5D-B5B0-1B6CF5ABDABA}"/>
              </a:ext>
            </a:extLst>
          </p:cNvPr>
          <p:cNvSpPr>
            <a:spLocks noGrp="1"/>
          </p:cNvSpPr>
          <p:nvPr/>
        </p:nvSpPr>
        <p:spPr>
          <a:xfrm>
            <a:off x="8534400" y="3333750"/>
            <a:ext cx="838200" cy="838200"/>
          </a:xfrm>
          <a:prstGeom prst="ellipse">
            <a:avLst/>
          </a:prstGeom>
          <a:solidFill>
            <a:srgbClr val="38BDF8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79C620E4-91CB-436D-B061-5248F8AE1012}"/>
              </a:ext>
            </a:extLst>
          </p:cNvPr>
          <p:cNvSpPr>
            <a:spLocks noGrp="1"/>
          </p:cNvSpPr>
          <p:nvPr/>
        </p:nvSpPr>
        <p:spPr>
          <a:xfrm>
            <a:off x="8629650" y="3486150"/>
            <a:ext cx="647700" cy="5334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ctr">
              <a:defRPr sz="2100" b="1">
                <a:solidFill>
                  <a:srgbClr val="0B1220"/>
                </a:solidFill>
                <a:latin typeface="Hiragino Sans"/>
                <a:ea typeface="Hiragino Sans"/>
                <a:cs typeface="Hiragino Sans"/>
              </a:defRPr>
            </a:pPr>
            <a:r>
              <a:t>2</a:t>
            </a: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3AC49B93-04D8-487D-8524-C3EA33F40422}"/>
              </a:ext>
            </a:extLst>
          </p:cNvPr>
          <p:cNvSpPr>
            <a:spLocks noGrp="1"/>
          </p:cNvSpPr>
          <p:nvPr/>
        </p:nvSpPr>
        <p:spPr>
          <a:xfrm>
            <a:off x="8286750" y="4267200"/>
            <a:ext cx="133350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050" b="1">
                <a:solidFill>
                  <a:srgbClr val="94A3B8"/>
                </a:solidFill>
                <a:latin typeface="Hiragino Sans"/>
                <a:ea typeface="Hiragino Sans"/>
                <a:cs typeface="Hiragino Sans"/>
              </a:defRPr>
            </a:pPr>
            <a:r>
              <a:t>Subject 2</a:t>
            </a:r>
          </a:p>
        </p:txBody>
      </p:sp>
      <p:sp>
        <p:nvSpPr>
          <p:cNvPr id="40" name="円/楕円 39">
            <a:extLst>
              <a:ext uri="{FF2B5EF4-FFF2-40B4-BE49-F238E27FC236}">
                <a16:creationId xmlns:a16="http://schemas.microsoft.com/office/drawing/2014/main" id="{7B646F79-FF04-4CA9-BF64-65F18C992799}"/>
              </a:ext>
            </a:extLst>
          </p:cNvPr>
          <p:cNvSpPr>
            <a:spLocks noGrp="1"/>
          </p:cNvSpPr>
          <p:nvPr/>
        </p:nvSpPr>
        <p:spPr>
          <a:xfrm>
            <a:off x="5676900" y="4676775"/>
            <a:ext cx="838200" cy="838200"/>
          </a:xfrm>
          <a:prstGeom prst="ellipse">
            <a:avLst/>
          </a:prstGeom>
          <a:solidFill>
            <a:srgbClr val="38BDF8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5FD58D4E-9A84-482A-BCA6-4CA0364F9E73}"/>
              </a:ext>
            </a:extLst>
          </p:cNvPr>
          <p:cNvSpPr>
            <a:spLocks noGrp="1"/>
          </p:cNvSpPr>
          <p:nvPr/>
        </p:nvSpPr>
        <p:spPr>
          <a:xfrm>
            <a:off x="5772150" y="4829175"/>
            <a:ext cx="647700" cy="5334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ctr">
              <a:defRPr sz="2100" b="1">
                <a:solidFill>
                  <a:srgbClr val="0B1220"/>
                </a:solidFill>
                <a:latin typeface="Hiragino Sans"/>
                <a:ea typeface="Hiragino Sans"/>
                <a:cs typeface="Hiragino Sans"/>
              </a:defRPr>
            </a:pPr>
            <a:r>
              <a:t>5</a:t>
            </a: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A63529EA-326B-48AB-8D9E-565F46C1E62C}"/>
              </a:ext>
            </a:extLst>
          </p:cNvPr>
          <p:cNvSpPr>
            <a:spLocks noGrp="1"/>
          </p:cNvSpPr>
          <p:nvPr/>
        </p:nvSpPr>
        <p:spPr>
          <a:xfrm>
            <a:off x="5429250" y="5610225"/>
            <a:ext cx="133350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050" b="1">
                <a:solidFill>
                  <a:srgbClr val="94A3B8"/>
                </a:solidFill>
                <a:latin typeface="Hiragino Sans"/>
                <a:ea typeface="Hiragino Sans"/>
                <a:cs typeface="Hiragino Sans"/>
              </a:defRPr>
            </a:pPr>
            <a:r>
              <a:t>Subject 5</a:t>
            </a:r>
          </a:p>
        </p:txBody>
      </p:sp>
      <p:sp>
        <p:nvSpPr>
          <p:cNvPr id="43" name="円/楕円 42">
            <a:extLst>
              <a:ext uri="{FF2B5EF4-FFF2-40B4-BE49-F238E27FC236}">
                <a16:creationId xmlns:a16="http://schemas.microsoft.com/office/drawing/2014/main" id="{86A4654D-7FEB-4FB0-BF0F-F02CACA679A2}"/>
              </a:ext>
            </a:extLst>
          </p:cNvPr>
          <p:cNvSpPr>
            <a:spLocks noGrp="1"/>
          </p:cNvSpPr>
          <p:nvPr/>
        </p:nvSpPr>
        <p:spPr>
          <a:xfrm>
            <a:off x="2819400" y="3333750"/>
            <a:ext cx="838200" cy="83820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4964831F-13DC-456A-950B-CB846B282980}"/>
              </a:ext>
            </a:extLst>
          </p:cNvPr>
          <p:cNvSpPr>
            <a:spLocks noGrp="1"/>
          </p:cNvSpPr>
          <p:nvPr/>
        </p:nvSpPr>
        <p:spPr>
          <a:xfrm>
            <a:off x="2914650" y="3486150"/>
            <a:ext cx="647700" cy="5334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ctr">
              <a:defRPr sz="2100" b="1">
                <a:solidFill>
                  <a:srgbClr val="0B1220"/>
                </a:solidFill>
                <a:latin typeface="Hiragino Sans"/>
                <a:ea typeface="Hiragino Sans"/>
                <a:cs typeface="Hiragino Sans"/>
              </a:defRPr>
            </a:pPr>
            <a:r>
              <a:t>3</a:t>
            </a: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EC0CCD52-085E-4BE8-9526-D7A1657C03F4}"/>
              </a:ext>
            </a:extLst>
          </p:cNvPr>
          <p:cNvSpPr>
            <a:spLocks noGrp="1"/>
          </p:cNvSpPr>
          <p:nvPr/>
        </p:nvSpPr>
        <p:spPr>
          <a:xfrm>
            <a:off x="2571750" y="4267200"/>
            <a:ext cx="133350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050" b="1">
                <a:solidFill>
                  <a:srgbClr val="FB7185"/>
                </a:solidFill>
                <a:latin typeface="Hiragino Sans"/>
                <a:ea typeface="Hiragino Sans"/>
                <a:cs typeface="Hiragino Sans"/>
              </a:defRPr>
            </a:pPr>
            <a:r>
              <a:t>Subject 3</a:t>
            </a:r>
          </a:p>
        </p:txBody>
      </p:sp>
      <p:sp>
        <p:nvSpPr>
          <p:cNvPr id="46" name="角丸四角形 45">
            <a:extLst>
              <a:ext uri="{FF2B5EF4-FFF2-40B4-BE49-F238E27FC236}">
                <a16:creationId xmlns:a16="http://schemas.microsoft.com/office/drawing/2014/main" id="{9E99EAF5-D198-4D0E-A6DB-D1A53126E612}"/>
              </a:ext>
            </a:extLst>
          </p:cNvPr>
          <p:cNvSpPr>
            <a:spLocks noGrp="1"/>
          </p:cNvSpPr>
          <p:nvPr/>
        </p:nvSpPr>
        <p:spPr>
          <a:xfrm>
            <a:off x="2076450" y="6019800"/>
            <a:ext cx="8039100" cy="304800"/>
          </a:xfrm>
          <a:prstGeom prst="roundRect">
            <a:avLst>
              <a:gd name="adj" fmla="val 25000"/>
            </a:avLst>
          </a:prstGeom>
          <a:solidFill>
            <a:srgbClr val="0E1929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F93EECE8-E862-4B4A-9661-0EFDC8F04838}"/>
              </a:ext>
            </a:extLst>
          </p:cNvPr>
          <p:cNvSpPr>
            <a:spLocks noGrp="1"/>
          </p:cNvSpPr>
          <p:nvPr/>
        </p:nvSpPr>
        <p:spPr>
          <a:xfrm>
            <a:off x="2266950" y="6067425"/>
            <a:ext cx="7658100" cy="209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050" b="1">
                <a:solidFill>
                  <a:srgbClr val="F8FAFC"/>
                </a:solidFill>
                <a:latin typeface="Hiragino Sans"/>
                <a:ea typeface="Hiragino Sans"/>
                <a:cs typeface="Hiragino Sans"/>
              </a:defRPr>
            </a:pPr>
            <a:r>
              <a:t>評価ラベルはスコア計算だけに使用し、正規化・学習には使用しない</a:t>
            </a:r>
          </a:p>
        </p:txBody>
      </p:sp>
    </p:spTree>
    <p:extLst>
      <p:ext uri="{BB962C8B-B14F-4D97-AF65-F5344CB8AC3E}">
        <p14:creationId xmlns:p14="http://schemas.microsoft.com/office/powerpoint/2010/main" val="1108184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kicker-marker">
            <a:extLst>
              <a:ext uri="{FF2B5EF4-FFF2-40B4-BE49-F238E27FC236}">
                <a16:creationId xmlns:a16="http://schemas.microsoft.com/office/drawing/2014/main" id="{43A34C9C-F683-48EA-AD99-51AD48339411}"/>
              </a:ext>
            </a:extLst>
          </p:cNvPr>
          <p:cNvSpPr>
            <a:spLocks noGrp="1"/>
          </p:cNvSpPr>
          <p:nvPr/>
        </p:nvSpPr>
        <p:spPr>
          <a:xfrm>
            <a:off x="581025" y="466725"/>
            <a:ext cx="95250" cy="95250"/>
          </a:xfrm>
          <a:prstGeom prst="ellipse">
            <a:avLst/>
          </a:prstGeom>
          <a:solidFill>
            <a:srgbClr val="38BDF8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7D064435-B766-4528-A33B-2216CCF6D18F}"/>
              </a:ext>
            </a:extLst>
          </p:cNvPr>
          <p:cNvSpPr>
            <a:spLocks noGrp="1"/>
          </p:cNvSpPr>
          <p:nvPr/>
        </p:nvSpPr>
        <p:spPr>
          <a:xfrm>
            <a:off x="781050" y="409575"/>
            <a:ext cx="3429000" cy="2095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050" b="1">
                <a:solidFill>
                  <a:srgbClr val="38BDF8"/>
                </a:solidFill>
                <a:latin typeface="Hiragino Sans"/>
                <a:ea typeface="Hiragino Sans"/>
                <a:cs typeface="Hiragino Sans"/>
              </a:defRPr>
            </a:pPr>
            <a:r>
              <a:t>MODEL IMPROVEMENT</a:t>
            </a:r>
          </a:p>
        </p:txBody>
      </p:sp>
      <p:sp>
        <p:nvSpPr>
          <p:cNvPr id="3" name="title-8">
            <a:extLst>
              <a:ext uri="{FF2B5EF4-FFF2-40B4-BE49-F238E27FC236}">
                <a16:creationId xmlns:a16="http://schemas.microsoft.com/office/drawing/2014/main" id="{458BF38D-5F70-446D-B6A8-1C724B362648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11049000" cy="609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3150" b="1">
                <a:solidFill>
                  <a:srgbClr val="F8FAFC"/>
                </a:solidFill>
                <a:latin typeface="Hiragino Sans"/>
                <a:ea typeface="Hiragino Sans"/>
                <a:cs typeface="Hiragino Sans"/>
              </a:defRPr>
            </a:pPr>
            <a:r>
              <a:t>最大の改善は、被験者ごとのラベル非依存正規化</a:t>
            </a:r>
          </a:p>
        </p:txBody>
      </p:sp>
      <p:sp>
        <p:nvSpPr>
          <p:cNvPr id="4" name="subtitle-8">
            <a:extLst>
              <a:ext uri="{FF2B5EF4-FFF2-40B4-BE49-F238E27FC236}">
                <a16:creationId xmlns:a16="http://schemas.microsoft.com/office/drawing/2014/main" id="{05E4A70D-3DA3-4D83-82C6-819751CD5F19}"/>
              </a:ext>
            </a:extLst>
          </p:cNvPr>
          <p:cNvSpPr>
            <a:spLocks noGrp="1"/>
          </p:cNvSpPr>
          <p:nvPr/>
        </p:nvSpPr>
        <p:spPr>
          <a:xfrm>
            <a:off x="571500" y="1409700"/>
            <a:ext cx="10287000" cy="4000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94A3B8"/>
                </a:solidFill>
                <a:latin typeface="Hiragino Sans"/>
                <a:ea typeface="Hiragino Sans"/>
                <a:cs typeface="Hiragino Sans"/>
              </a:defRPr>
            </a:pPr>
            <a:r>
              <a:t>LOSO比較で設定を選び、活動分類と異常判定を別々に最適化</a:t>
            </a:r>
          </a:p>
        </p:txBody>
      </p:sp>
      <p:sp>
        <p:nvSpPr>
          <p:cNvPr id="5" name="footer-rule-8:from-anchor">
            <a:extLst>
              <a:ext uri="{FF2B5EF4-FFF2-40B4-BE49-F238E27FC236}">
                <a16:creationId xmlns:a16="http://schemas.microsoft.com/office/drawing/2014/main" id="{26B55B8B-6544-4362-90A2-B4112CDE7375}"/>
              </a:ext>
            </a:extLst>
          </p:cNvPr>
          <p:cNvSpPr>
            <a:spLocks noGrp="1"/>
          </p:cNvSpPr>
          <p:nvPr/>
        </p:nvSpPr>
        <p:spPr>
          <a:xfrm>
            <a:off x="542925" y="6481763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footer-rule-8:to-anchor">
            <a:extLst>
              <a:ext uri="{FF2B5EF4-FFF2-40B4-BE49-F238E27FC236}">
                <a16:creationId xmlns:a16="http://schemas.microsoft.com/office/drawing/2014/main" id="{C1F76447-DEB9-4BA7-B96D-9E5CEB3DFD05}"/>
              </a:ext>
            </a:extLst>
          </p:cNvPr>
          <p:cNvSpPr>
            <a:spLocks noGrp="1"/>
          </p:cNvSpPr>
          <p:nvPr/>
        </p:nvSpPr>
        <p:spPr>
          <a:xfrm>
            <a:off x="11639550" y="6481763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7" name="footer-rule-8"/>
          <p:cNvCxnSpPr>
            <a:stCxn id="5" idx="3"/>
            <a:endCxn id="6" idx="1"/>
          </p:cNvCxnSpPr>
          <p:nvPr/>
        </p:nvCxnSpPr>
        <p:spPr>
          <a:xfrm flipV="1">
            <a:off x="544320" y="6483158"/>
            <a:ext cx="11096625" cy="6735"/>
          </a:xfrm>
          <a:prstGeom prst="straightConnector1">
            <a:avLst/>
          </a:prstGeom>
          <a:ln w="9525">
            <a:solidFill>
              <a:srgbClr val="243449"/>
            </a:solidFill>
            <a:prstDash val="solid"/>
          </a:ln>
        </p:spPr>
      </p:cxnSp>
      <p:sp>
        <p:nvSpPr>
          <p:cNvPr id="8" name="footer-source-8">
            <a:extLst>
              <a:ext uri="{FF2B5EF4-FFF2-40B4-BE49-F238E27FC236}">
                <a16:creationId xmlns:a16="http://schemas.microsoft.com/office/drawing/2014/main" id="{0C37480B-C88C-4B36-B962-5E4E5567980C}"/>
              </a:ext>
            </a:extLst>
          </p:cNvPr>
          <p:cNvSpPr>
            <a:spLocks noGrp="1"/>
          </p:cNvSpPr>
          <p:nvPr/>
        </p:nvSpPr>
        <p:spPr>
          <a:xfrm>
            <a:off x="571500" y="6553200"/>
            <a:ext cx="7620000" cy="1714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defRPr>
            </a:pPr>
            <a:r>
              <a:t>Source: SPECIFICATION.md / LOSO metrics</a:t>
            </a:r>
          </a:p>
        </p:txBody>
      </p:sp>
      <p:sp>
        <p:nvSpPr>
          <p:cNvPr id="9" name="footer-page-8">
            <a:extLst>
              <a:ext uri="{FF2B5EF4-FFF2-40B4-BE49-F238E27FC236}">
                <a16:creationId xmlns:a16="http://schemas.microsoft.com/office/drawing/2014/main" id="{DDC203B1-F476-4AB8-A881-6FE6EE9EAC90}"/>
              </a:ext>
            </a:extLst>
          </p:cNvPr>
          <p:cNvSpPr>
            <a:spLocks noGrp="1"/>
          </p:cNvSpPr>
          <p:nvPr/>
        </p:nvSpPr>
        <p:spPr>
          <a:xfrm>
            <a:off x="11049000" y="6524625"/>
            <a:ext cx="571500" cy="209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Hiragino Sans"/>
                <a:ea typeface="Hiragino Sans"/>
                <a:cs typeface="Hiragino Sans"/>
              </a:defRPr>
            </a:pPr>
            <a:r>
              <a:t>08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9329CDD-A9CA-455D-957F-E8B58D6EE6BD}"/>
              </a:ext>
            </a:extLst>
          </p:cNvPr>
          <p:cNvSpPr>
            <a:spLocks noGrp="1"/>
          </p:cNvSpPr>
          <p:nvPr/>
        </p:nvSpPr>
        <p:spPr>
          <a:xfrm>
            <a:off x="781050" y="2152650"/>
            <a:ext cx="2857500" cy="285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64748B"/>
                </a:solidFill>
                <a:latin typeface="Hiragino Sans"/>
                <a:ea typeface="Hiragino Sans"/>
                <a:cs typeface="Hiragino Sans"/>
              </a:defRPr>
            </a:pPr>
            <a:r>
              <a:t>BEFORE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58E555FA-A601-4D49-952B-C1DEB11C3B2E}"/>
              </a:ext>
            </a:extLst>
          </p:cNvPr>
          <p:cNvSpPr>
            <a:spLocks noGrp="1"/>
          </p:cNvSpPr>
          <p:nvPr/>
        </p:nvSpPr>
        <p:spPr>
          <a:xfrm>
            <a:off x="8591550" y="2152650"/>
            <a:ext cx="2857500" cy="285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defRPr sz="1275" b="1">
                <a:solidFill>
                  <a:srgbClr val="38BDF8"/>
                </a:solidFill>
                <a:latin typeface="Hiragino Sans"/>
                <a:ea typeface="Hiragino Sans"/>
                <a:cs typeface="Hiragino Sans"/>
              </a:defRPr>
            </a:pPr>
            <a:r>
              <a:t>IMPROVED</a:t>
            </a:r>
          </a:p>
        </p:txBody>
      </p:sp>
      <p:sp>
        <p:nvSpPr>
          <p:cNvPr id="12" name="角丸四角形 11">
            <a:extLst>
              <a:ext uri="{FF2B5EF4-FFF2-40B4-BE49-F238E27FC236}">
                <a16:creationId xmlns:a16="http://schemas.microsoft.com/office/drawing/2014/main" id="{F511F1DE-5E1B-4F79-B714-4C2E353DBF81}"/>
              </a:ext>
            </a:extLst>
          </p:cNvPr>
          <p:cNvSpPr>
            <a:spLocks noGrp="1"/>
          </p:cNvSpPr>
          <p:nvPr/>
        </p:nvSpPr>
        <p:spPr>
          <a:xfrm>
            <a:off x="590550" y="2571750"/>
            <a:ext cx="3619500" cy="2647950"/>
          </a:xfrm>
          <a:prstGeom prst="roundRect">
            <a:avLst>
              <a:gd name="adj" fmla="val 6475"/>
            </a:avLst>
          </a:prstGeom>
          <a:solidFill>
            <a:srgbClr val="101927"/>
          </a:solidFill>
          <a:ln w="9525">
            <a:solidFill>
              <a:srgbClr val="24344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角丸四角形 12">
            <a:extLst>
              <a:ext uri="{FF2B5EF4-FFF2-40B4-BE49-F238E27FC236}">
                <a16:creationId xmlns:a16="http://schemas.microsoft.com/office/drawing/2014/main" id="{2D243C9C-8D36-4B62-8AB7-3C31CB02798D}"/>
              </a:ext>
            </a:extLst>
          </p:cNvPr>
          <p:cNvSpPr>
            <a:spLocks noGrp="1"/>
          </p:cNvSpPr>
          <p:nvPr/>
        </p:nvSpPr>
        <p:spPr>
          <a:xfrm>
            <a:off x="7981950" y="2571750"/>
            <a:ext cx="3619500" cy="2647950"/>
          </a:xfrm>
          <a:prstGeom prst="roundRect">
            <a:avLst>
              <a:gd name="adj" fmla="val 6475"/>
            </a:avLst>
          </a:prstGeom>
          <a:solidFill>
            <a:srgbClr val="10283A"/>
          </a:solidFill>
          <a:ln w="190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BBD30172-92BD-4E9D-BB21-5DFF2C8F2F63}"/>
              </a:ext>
            </a:extLst>
          </p:cNvPr>
          <p:cNvSpPr>
            <a:spLocks noGrp="1"/>
          </p:cNvSpPr>
          <p:nvPr/>
        </p:nvSpPr>
        <p:spPr>
          <a:xfrm>
            <a:off x="857250" y="2819400"/>
            <a:ext cx="142875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94A3B8"/>
                </a:solidFill>
                <a:latin typeface="Hiragino Sans"/>
                <a:ea typeface="Hiragino Sans"/>
                <a:cs typeface="Hiragino Sans"/>
              </a:defRPr>
            </a:pPr>
            <a:r>
              <a:t>姿勢正規化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31DCD29E-544C-4657-B90F-BAC725C0DF31}"/>
              </a:ext>
            </a:extLst>
          </p:cNvPr>
          <p:cNvSpPr>
            <a:spLocks noGrp="1"/>
          </p:cNvSpPr>
          <p:nvPr/>
        </p:nvSpPr>
        <p:spPr>
          <a:xfrm>
            <a:off x="857250" y="3143250"/>
            <a:ext cx="2952750" cy="3048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F8FAFC"/>
                </a:solidFill>
                <a:latin typeface="Hiragino Sans"/>
                <a:ea typeface="Hiragino Sans"/>
                <a:cs typeface="Hiragino Sans"/>
              </a:defRPr>
            </a:pPr>
            <a:r>
              <a:t>腰中心 + 身体スケール</a:t>
            </a:r>
          </a:p>
        </p:txBody>
      </p:sp>
      <p:sp>
        <p:nvSpPr>
          <p:cNvPr id="16" name="円/楕円 15">
            <a:extLst>
              <a:ext uri="{FF2B5EF4-FFF2-40B4-BE49-F238E27FC236}">
                <a16:creationId xmlns:a16="http://schemas.microsoft.com/office/drawing/2014/main" id="{CA54A54A-8A70-4B2F-926A-AFD301B827B2}"/>
              </a:ext>
            </a:extLst>
          </p:cNvPr>
          <p:cNvSpPr>
            <a:spLocks noGrp="1"/>
          </p:cNvSpPr>
          <p:nvPr/>
        </p:nvSpPr>
        <p:spPr>
          <a:xfrm>
            <a:off x="847725" y="361473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円/楕円 16">
            <a:extLst>
              <a:ext uri="{FF2B5EF4-FFF2-40B4-BE49-F238E27FC236}">
                <a16:creationId xmlns:a16="http://schemas.microsoft.com/office/drawing/2014/main" id="{835B590E-2AD4-433A-A26C-D57F88013509}"/>
              </a:ext>
            </a:extLst>
          </p:cNvPr>
          <p:cNvSpPr>
            <a:spLocks noGrp="1"/>
          </p:cNvSpPr>
          <p:nvPr/>
        </p:nvSpPr>
        <p:spPr>
          <a:xfrm>
            <a:off x="3943350" y="361473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18" name="直線矢印コネクタ 17"/>
          <p:cNvCxnSpPr>
            <a:stCxn id="16" idx="3"/>
            <a:endCxn id="17" idx="1"/>
          </p:cNvCxnSpPr>
          <p:nvPr/>
        </p:nvCxnSpPr>
        <p:spPr>
          <a:xfrm flipV="1">
            <a:off x="849120" y="3616133"/>
            <a:ext cx="3095625" cy="6735"/>
          </a:xfrm>
          <a:prstGeom prst="straightConnector1">
            <a:avLst/>
          </a:prstGeom>
          <a:ln w="9525">
            <a:solidFill>
              <a:srgbClr val="243449"/>
            </a:solidFill>
            <a:prstDash val="solid"/>
          </a:ln>
        </p:spPr>
      </p:cxn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20286F45-01DE-498B-A015-58B07B6F97A9}"/>
              </a:ext>
            </a:extLst>
          </p:cNvPr>
          <p:cNvSpPr>
            <a:spLocks noGrp="1"/>
          </p:cNvSpPr>
          <p:nvPr/>
        </p:nvSpPr>
        <p:spPr>
          <a:xfrm>
            <a:off x="857250" y="3829050"/>
            <a:ext cx="142875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94A3B8"/>
                </a:solidFill>
                <a:latin typeface="Hiragino Sans"/>
                <a:ea typeface="Hiragino Sans"/>
                <a:cs typeface="Hiragino Sans"/>
              </a:defRPr>
            </a:pPr>
            <a:r>
              <a:t>モデル設定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DB4A25DC-87AC-4D3E-B4D9-7F977D9AD269}"/>
              </a:ext>
            </a:extLst>
          </p:cNvPr>
          <p:cNvSpPr>
            <a:spLocks noGrp="1"/>
          </p:cNvSpPr>
          <p:nvPr/>
        </p:nvSpPr>
        <p:spPr>
          <a:xfrm>
            <a:off x="857250" y="4152900"/>
            <a:ext cx="2952750" cy="285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Hiragino Sans"/>
                <a:ea typeface="Hiragino Sans"/>
                <a:cs typeface="Hiragino Sans"/>
              </a:defRPr>
            </a:pPr>
            <a:r>
              <a:t>両モデル leaf = 2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46DAB543-84E2-468C-938F-494D3D378526}"/>
              </a:ext>
            </a:extLst>
          </p:cNvPr>
          <p:cNvSpPr>
            <a:spLocks noGrp="1"/>
          </p:cNvSpPr>
          <p:nvPr/>
        </p:nvSpPr>
        <p:spPr>
          <a:xfrm>
            <a:off x="857250" y="4533900"/>
            <a:ext cx="2952750" cy="2476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defRPr>
            </a:pPr>
            <a:r>
              <a:t>class_weight = balanced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4178490D-16AB-400E-A793-A0D40C365379}"/>
              </a:ext>
            </a:extLst>
          </p:cNvPr>
          <p:cNvSpPr>
            <a:spLocks noGrp="1"/>
          </p:cNvSpPr>
          <p:nvPr/>
        </p:nvSpPr>
        <p:spPr>
          <a:xfrm>
            <a:off x="8248650" y="2819400"/>
            <a:ext cx="180975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38BDF8"/>
                </a:solidFill>
                <a:latin typeface="Hiragino Sans"/>
                <a:ea typeface="Hiragino Sans"/>
                <a:cs typeface="Hiragino Sans"/>
              </a:defRPr>
            </a:pPr>
            <a:r>
              <a:t>姿勢 + 特徴分布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B16DE337-85F4-4DD1-A523-371362950BBC}"/>
              </a:ext>
            </a:extLst>
          </p:cNvPr>
          <p:cNvSpPr>
            <a:spLocks noGrp="1"/>
          </p:cNvSpPr>
          <p:nvPr/>
        </p:nvSpPr>
        <p:spPr>
          <a:xfrm>
            <a:off x="8248650" y="3143250"/>
            <a:ext cx="2952750" cy="3238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F8FAFC"/>
                </a:solidFill>
                <a:latin typeface="Hiragino Sans"/>
                <a:ea typeface="Hiragino Sans"/>
                <a:cs typeface="Hiragino Sans"/>
              </a:defRPr>
            </a:pPr>
            <a:r>
              <a:t>被験者 z-score</a:t>
            </a:r>
          </a:p>
        </p:txBody>
      </p:sp>
      <p:sp>
        <p:nvSpPr>
          <p:cNvPr id="24" name="円/楕円 23">
            <a:extLst>
              <a:ext uri="{FF2B5EF4-FFF2-40B4-BE49-F238E27FC236}">
                <a16:creationId xmlns:a16="http://schemas.microsoft.com/office/drawing/2014/main" id="{B4B1D8DC-4DCA-4D80-AD5B-9D3B61D86B71}"/>
              </a:ext>
            </a:extLst>
          </p:cNvPr>
          <p:cNvSpPr>
            <a:spLocks noGrp="1"/>
          </p:cNvSpPr>
          <p:nvPr/>
        </p:nvSpPr>
        <p:spPr>
          <a:xfrm>
            <a:off x="8239125" y="361473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円/楕円 24">
            <a:extLst>
              <a:ext uri="{FF2B5EF4-FFF2-40B4-BE49-F238E27FC236}">
                <a16:creationId xmlns:a16="http://schemas.microsoft.com/office/drawing/2014/main" id="{6697FB24-ADA6-43A8-BA46-652BE71B155A}"/>
              </a:ext>
            </a:extLst>
          </p:cNvPr>
          <p:cNvSpPr>
            <a:spLocks noGrp="1"/>
          </p:cNvSpPr>
          <p:nvPr/>
        </p:nvSpPr>
        <p:spPr>
          <a:xfrm>
            <a:off x="11334750" y="361473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26" name="直線矢印コネクタ 25"/>
          <p:cNvCxnSpPr>
            <a:stCxn id="24" idx="3"/>
            <a:endCxn id="25" idx="1"/>
          </p:cNvCxnSpPr>
          <p:nvPr/>
        </p:nvCxnSpPr>
        <p:spPr>
          <a:xfrm flipV="1">
            <a:off x="8240520" y="3616133"/>
            <a:ext cx="3095625" cy="6735"/>
          </a:xfrm>
          <a:prstGeom prst="straightConnector1">
            <a:avLst/>
          </a:prstGeom>
          <a:ln w="9525">
            <a:solidFill>
              <a:srgbClr val="243449"/>
            </a:solidFill>
            <a:prstDash val="solid"/>
          </a:ln>
        </p:spPr>
      </p:cxn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B70C79A5-6A5A-49DF-A445-A454623DE837}"/>
              </a:ext>
            </a:extLst>
          </p:cNvPr>
          <p:cNvSpPr>
            <a:spLocks noGrp="1"/>
          </p:cNvSpPr>
          <p:nvPr/>
        </p:nvSpPr>
        <p:spPr>
          <a:xfrm>
            <a:off x="8248650" y="3829050"/>
            <a:ext cx="171450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38BDF8"/>
                </a:solidFill>
                <a:latin typeface="Hiragino Sans"/>
                <a:ea typeface="Hiragino Sans"/>
                <a:cs typeface="Hiragino Sans"/>
              </a:defRPr>
            </a:pPr>
            <a:r>
              <a:t>目的別の葉サイズ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DAD95F26-01B9-4E94-A9C3-9887C0F233C5}"/>
              </a:ext>
            </a:extLst>
          </p:cNvPr>
          <p:cNvSpPr>
            <a:spLocks noGrp="1"/>
          </p:cNvSpPr>
          <p:nvPr/>
        </p:nvSpPr>
        <p:spPr>
          <a:xfrm>
            <a:off x="8248650" y="4152900"/>
            <a:ext cx="285750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Hiragino Sans"/>
                <a:ea typeface="Hiragino Sans"/>
                <a:cs typeface="Hiragino Sans"/>
              </a:defRPr>
            </a:pPr>
            <a:r>
              <a:t>活動 leaf = 4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A32950C5-2FAA-4B2C-B214-90DA567CC5CA}"/>
              </a:ext>
            </a:extLst>
          </p:cNvPr>
          <p:cNvSpPr>
            <a:spLocks noGrp="1"/>
          </p:cNvSpPr>
          <p:nvPr/>
        </p:nvSpPr>
        <p:spPr>
          <a:xfrm>
            <a:off x="8248650" y="4533900"/>
            <a:ext cx="2952750" cy="2476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F8FAFC"/>
                </a:solidFill>
                <a:latin typeface="Hiragino Sans"/>
                <a:ea typeface="Hiragino Sans"/>
                <a:cs typeface="Hiragino Sans"/>
              </a:defRPr>
            </a:pPr>
            <a:r>
              <a:t>異常 leaf = 2 / weightなし</a:t>
            </a:r>
          </a:p>
        </p:txBody>
      </p:sp>
      <p:sp>
        <p:nvSpPr>
          <p:cNvPr id="30" name="円/楕円 29">
            <a:extLst>
              <a:ext uri="{FF2B5EF4-FFF2-40B4-BE49-F238E27FC236}">
                <a16:creationId xmlns:a16="http://schemas.microsoft.com/office/drawing/2014/main" id="{CB6B5316-A3F2-4FDC-8AB2-2910B38F2FA6}"/>
              </a:ext>
            </a:extLst>
          </p:cNvPr>
          <p:cNvSpPr>
            <a:spLocks noGrp="1"/>
          </p:cNvSpPr>
          <p:nvPr/>
        </p:nvSpPr>
        <p:spPr>
          <a:xfrm>
            <a:off x="5191125" y="2828925"/>
            <a:ext cx="1809750" cy="1809750"/>
          </a:xfrm>
          <a:prstGeom prst="ellipse">
            <a:avLst/>
          </a:prstGeom>
          <a:solidFill>
            <a:srgbClr val="111C2E"/>
          </a:solidFill>
          <a:ln w="28575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DA21D20C-0B95-4927-AD29-1C22D72271ED}"/>
              </a:ext>
            </a:extLst>
          </p:cNvPr>
          <p:cNvSpPr>
            <a:spLocks noGrp="1"/>
          </p:cNvSpPr>
          <p:nvPr/>
        </p:nvSpPr>
        <p:spPr>
          <a:xfrm>
            <a:off x="5391150" y="3105150"/>
            <a:ext cx="1409700" cy="4572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2775" b="1">
                <a:solidFill>
                  <a:srgbClr val="F8FAFC"/>
                </a:solidFill>
                <a:latin typeface="Hiragino Sans"/>
                <a:ea typeface="Hiragino Sans"/>
                <a:cs typeface="Hiragino Sans"/>
              </a:defRPr>
            </a:pPr>
            <a:r>
              <a:t>x − μ</a:t>
            </a:r>
          </a:p>
        </p:txBody>
      </p:sp>
      <p:sp>
        <p:nvSpPr>
          <p:cNvPr id="32" name="円/楕円 31">
            <a:extLst>
              <a:ext uri="{FF2B5EF4-FFF2-40B4-BE49-F238E27FC236}">
                <a16:creationId xmlns:a16="http://schemas.microsoft.com/office/drawing/2014/main" id="{EDB169CA-DE9B-47BB-9469-A63F08283FF0}"/>
              </a:ext>
            </a:extLst>
          </p:cNvPr>
          <p:cNvSpPr>
            <a:spLocks noGrp="1"/>
          </p:cNvSpPr>
          <p:nvPr/>
        </p:nvSpPr>
        <p:spPr>
          <a:xfrm>
            <a:off x="5534025" y="36718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円/楕円 32">
            <a:extLst>
              <a:ext uri="{FF2B5EF4-FFF2-40B4-BE49-F238E27FC236}">
                <a16:creationId xmlns:a16="http://schemas.microsoft.com/office/drawing/2014/main" id="{6552E300-C8C9-4562-ADCD-245CBC0F0880}"/>
              </a:ext>
            </a:extLst>
          </p:cNvPr>
          <p:cNvSpPr>
            <a:spLocks noGrp="1"/>
          </p:cNvSpPr>
          <p:nvPr/>
        </p:nvSpPr>
        <p:spPr>
          <a:xfrm>
            <a:off x="6648450" y="36718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34" name="直線矢印コネクタ 33"/>
          <p:cNvCxnSpPr>
            <a:stCxn id="32" idx="3"/>
            <a:endCxn id="33" idx="1"/>
          </p:cNvCxnSpPr>
          <p:nvPr/>
        </p:nvCxnSpPr>
        <p:spPr>
          <a:xfrm flipV="1">
            <a:off x="5535420" y="3673283"/>
            <a:ext cx="1114425" cy="6735"/>
          </a:xfrm>
          <a:prstGeom prst="straightConnector1">
            <a:avLst/>
          </a:prstGeom>
          <a:ln w="28575">
            <a:solidFill>
              <a:srgbClr val="F8FAFC"/>
            </a:solidFill>
            <a:prstDash val="solid"/>
          </a:ln>
        </p:spPr>
      </p:cxn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3698CED5-CBA4-4836-AFE7-70D1642DEA6B}"/>
              </a:ext>
            </a:extLst>
          </p:cNvPr>
          <p:cNvSpPr>
            <a:spLocks noGrp="1"/>
          </p:cNvSpPr>
          <p:nvPr/>
        </p:nvSpPr>
        <p:spPr>
          <a:xfrm>
            <a:off x="5391150" y="3762375"/>
            <a:ext cx="1409700" cy="4572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2775" b="1">
                <a:solidFill>
                  <a:srgbClr val="F8FAFC"/>
                </a:solidFill>
                <a:latin typeface="Hiragino Sans"/>
                <a:ea typeface="Hiragino Sans"/>
                <a:cs typeface="Hiragino Sans"/>
              </a:defRPr>
            </a:pPr>
            <a:r>
              <a:t>σ</a:t>
            </a: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6A10D606-6409-4A35-B51D-3B38ACA201BC}"/>
              </a:ext>
            </a:extLst>
          </p:cNvPr>
          <p:cNvSpPr>
            <a:spLocks noGrp="1"/>
          </p:cNvSpPr>
          <p:nvPr/>
        </p:nvSpPr>
        <p:spPr>
          <a:xfrm>
            <a:off x="5391150" y="4276725"/>
            <a:ext cx="140970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975" b="1">
                <a:solidFill>
                  <a:srgbClr val="38BDF8"/>
                </a:solidFill>
                <a:latin typeface="Hiragino Sans"/>
                <a:ea typeface="Hiragino Sans"/>
                <a:cs typeface="Hiragino Sans"/>
              </a:defRPr>
            </a:pPr>
            <a:r>
              <a:t>SUBJECT</a:t>
            </a: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32CE59ED-DC12-471F-9ACD-A1F01EDC52D5}"/>
              </a:ext>
            </a:extLst>
          </p:cNvPr>
          <p:cNvSpPr>
            <a:spLocks noGrp="1"/>
          </p:cNvSpPr>
          <p:nvPr/>
        </p:nvSpPr>
        <p:spPr>
          <a:xfrm>
            <a:off x="4400550" y="3495675"/>
            <a:ext cx="666750" cy="4762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3000" b="1">
                <a:solidFill>
                  <a:srgbClr val="38BDF8"/>
                </a:solidFill>
                <a:latin typeface="Hiragino Sans"/>
                <a:ea typeface="Hiragino Sans"/>
                <a:cs typeface="Hiragino Sans"/>
              </a:defRPr>
            </a:pPr>
            <a:r>
              <a:t>→</a:t>
            </a: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2A198758-86AE-45DC-B83F-8A69765AA6A0}"/>
              </a:ext>
            </a:extLst>
          </p:cNvPr>
          <p:cNvSpPr>
            <a:spLocks noGrp="1"/>
          </p:cNvSpPr>
          <p:nvPr/>
        </p:nvSpPr>
        <p:spPr>
          <a:xfrm>
            <a:off x="7124700" y="3495675"/>
            <a:ext cx="666750" cy="4762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3000" b="1">
                <a:solidFill>
                  <a:srgbClr val="38BDF8"/>
                </a:solidFill>
                <a:latin typeface="Hiragino Sans"/>
                <a:ea typeface="Hiragino Sans"/>
                <a:cs typeface="Hiragino Sans"/>
              </a:defRPr>
            </a:pPr>
            <a:r>
              <a:t>→</a:t>
            </a:r>
          </a:p>
        </p:txBody>
      </p:sp>
      <p:sp>
        <p:nvSpPr>
          <p:cNvPr id="39" name="角丸四角形 38">
            <a:extLst>
              <a:ext uri="{FF2B5EF4-FFF2-40B4-BE49-F238E27FC236}">
                <a16:creationId xmlns:a16="http://schemas.microsoft.com/office/drawing/2014/main" id="{37A966CE-03ED-4118-8B21-743BB83150E9}"/>
              </a:ext>
            </a:extLst>
          </p:cNvPr>
          <p:cNvSpPr>
            <a:spLocks noGrp="1"/>
          </p:cNvSpPr>
          <p:nvPr/>
        </p:nvSpPr>
        <p:spPr>
          <a:xfrm>
            <a:off x="1581150" y="5600700"/>
            <a:ext cx="9029700" cy="514350"/>
          </a:xfrm>
          <a:prstGeom prst="roundRect">
            <a:avLst>
              <a:gd name="adj" fmla="val 22222"/>
            </a:avLst>
          </a:prstGeom>
          <a:solidFill>
            <a:srgbClr val="F5F7F8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575BEBD3-2541-4C97-A2A4-8FA9503A4CBF}"/>
              </a:ext>
            </a:extLst>
          </p:cNvPr>
          <p:cNvSpPr>
            <a:spLocks noGrp="1"/>
          </p:cNvSpPr>
          <p:nvPr/>
        </p:nvSpPr>
        <p:spPr>
          <a:xfrm>
            <a:off x="1809750" y="5734050"/>
            <a:ext cx="857250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132033"/>
                </a:solidFill>
                <a:latin typeface="Hiragino Sans"/>
                <a:ea typeface="Hiragino Sans"/>
                <a:cs typeface="Hiragino Sans"/>
              </a:defRPr>
            </a:pPr>
            <a:r>
              <a:t>体格・カメラ位置・動作の大きさによる被験者間オフセットを削減</a:t>
            </a:r>
          </a:p>
        </p:txBody>
      </p:sp>
    </p:spTree>
    <p:extLst>
      <p:ext uri="{BB962C8B-B14F-4D97-AF65-F5344CB8AC3E}">
        <p14:creationId xmlns:p14="http://schemas.microsoft.com/office/powerpoint/2010/main" val="1711625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kicker-marker">
            <a:extLst>
              <a:ext uri="{FF2B5EF4-FFF2-40B4-BE49-F238E27FC236}">
                <a16:creationId xmlns:a16="http://schemas.microsoft.com/office/drawing/2014/main" id="{FB30EB1E-3436-4F72-950D-AC5FEA1E2CA5}"/>
              </a:ext>
            </a:extLst>
          </p:cNvPr>
          <p:cNvSpPr>
            <a:spLocks noGrp="1"/>
          </p:cNvSpPr>
          <p:nvPr/>
        </p:nvSpPr>
        <p:spPr>
          <a:xfrm>
            <a:off x="581025" y="466725"/>
            <a:ext cx="95250" cy="95250"/>
          </a:xfrm>
          <a:prstGeom prst="ellipse">
            <a:avLst/>
          </a:prstGeom>
          <a:solidFill>
            <a:srgbClr val="38BDF8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0AE33495-DA54-4BEF-A9E2-B7CA9BA53AB0}"/>
              </a:ext>
            </a:extLst>
          </p:cNvPr>
          <p:cNvSpPr>
            <a:spLocks noGrp="1"/>
          </p:cNvSpPr>
          <p:nvPr/>
        </p:nvSpPr>
        <p:spPr>
          <a:xfrm>
            <a:off x="781050" y="409575"/>
            <a:ext cx="3429000" cy="2095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050" b="1">
                <a:solidFill>
                  <a:srgbClr val="38BDF8"/>
                </a:solidFill>
                <a:latin typeface="Hiragino Sans"/>
                <a:ea typeface="Hiragino Sans"/>
                <a:cs typeface="Hiragino Sans"/>
              </a:defRPr>
            </a:pPr>
            <a:r>
              <a:t>RESULTS</a:t>
            </a:r>
          </a:p>
        </p:txBody>
      </p:sp>
      <p:sp>
        <p:nvSpPr>
          <p:cNvPr id="3" name="title-9">
            <a:extLst>
              <a:ext uri="{FF2B5EF4-FFF2-40B4-BE49-F238E27FC236}">
                <a16:creationId xmlns:a16="http://schemas.microsoft.com/office/drawing/2014/main" id="{926D0F97-36A0-43DF-962A-6A2929CD1FCA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11049000" cy="609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3150" b="1">
                <a:solidFill>
                  <a:srgbClr val="F8FAFC"/>
                </a:solidFill>
                <a:latin typeface="Hiragino Sans"/>
                <a:ea typeface="Hiragino Sans"/>
                <a:cs typeface="Hiragino Sans"/>
              </a:defRPr>
            </a:pPr>
            <a:r>
              <a:t>全指標が改善し、異常F1は +0.1295</a:t>
            </a:r>
          </a:p>
        </p:txBody>
      </p:sp>
      <p:sp>
        <p:nvSpPr>
          <p:cNvPr id="4" name="subtitle-9">
            <a:extLst>
              <a:ext uri="{FF2B5EF4-FFF2-40B4-BE49-F238E27FC236}">
                <a16:creationId xmlns:a16="http://schemas.microsoft.com/office/drawing/2014/main" id="{83692DAC-7B81-4B8D-B857-C75DC9E782AA}"/>
              </a:ext>
            </a:extLst>
          </p:cNvPr>
          <p:cNvSpPr>
            <a:spLocks noGrp="1"/>
          </p:cNvSpPr>
          <p:nvPr/>
        </p:nvSpPr>
        <p:spPr>
          <a:xfrm>
            <a:off x="571500" y="1409700"/>
            <a:ext cx="10287000" cy="4000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94A3B8"/>
                </a:solidFill>
                <a:latin typeface="Hiragino Sans"/>
                <a:ea typeface="Hiragino Sans"/>
                <a:cs typeface="Hiragino Sans"/>
              </a:defRPr>
            </a:pPr>
            <a:r>
              <a:t>LOSO全4被験者でAccuracyと異常F1が改善</a:t>
            </a:r>
          </a:p>
        </p:txBody>
      </p:sp>
      <p:sp>
        <p:nvSpPr>
          <p:cNvPr id="5" name="footer-rule-9:from-anchor">
            <a:extLst>
              <a:ext uri="{FF2B5EF4-FFF2-40B4-BE49-F238E27FC236}">
                <a16:creationId xmlns:a16="http://schemas.microsoft.com/office/drawing/2014/main" id="{E1B89411-7542-4797-A65D-C1F1D1FAF01C}"/>
              </a:ext>
            </a:extLst>
          </p:cNvPr>
          <p:cNvSpPr>
            <a:spLocks noGrp="1"/>
          </p:cNvSpPr>
          <p:nvPr/>
        </p:nvSpPr>
        <p:spPr>
          <a:xfrm>
            <a:off x="542925" y="6481763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footer-rule-9:to-anchor">
            <a:extLst>
              <a:ext uri="{FF2B5EF4-FFF2-40B4-BE49-F238E27FC236}">
                <a16:creationId xmlns:a16="http://schemas.microsoft.com/office/drawing/2014/main" id="{2B601BBE-7168-4650-A010-81E3DE08381D}"/>
              </a:ext>
            </a:extLst>
          </p:cNvPr>
          <p:cNvSpPr>
            <a:spLocks noGrp="1"/>
          </p:cNvSpPr>
          <p:nvPr/>
        </p:nvSpPr>
        <p:spPr>
          <a:xfrm>
            <a:off x="11639550" y="6481763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7" name="footer-rule-9"/>
          <p:cNvCxnSpPr>
            <a:stCxn id="5" idx="3"/>
            <a:endCxn id="6" idx="1"/>
          </p:cNvCxnSpPr>
          <p:nvPr/>
        </p:nvCxnSpPr>
        <p:spPr>
          <a:xfrm flipV="1">
            <a:off x="544320" y="6483158"/>
            <a:ext cx="11096625" cy="6735"/>
          </a:xfrm>
          <a:prstGeom prst="straightConnector1">
            <a:avLst/>
          </a:prstGeom>
          <a:ln w="9525">
            <a:solidFill>
              <a:srgbClr val="243449"/>
            </a:solidFill>
            <a:prstDash val="solid"/>
          </a:ln>
        </p:spPr>
      </p:cxnSp>
      <p:sp>
        <p:nvSpPr>
          <p:cNvPr id="8" name="footer-source-9">
            <a:extLst>
              <a:ext uri="{FF2B5EF4-FFF2-40B4-BE49-F238E27FC236}">
                <a16:creationId xmlns:a16="http://schemas.microsoft.com/office/drawing/2014/main" id="{1D5353AE-B3CE-4050-AFEC-A2EC619FFE37}"/>
              </a:ext>
            </a:extLst>
          </p:cNvPr>
          <p:cNvSpPr>
            <a:spLocks noGrp="1"/>
          </p:cNvSpPr>
          <p:nvPr/>
        </p:nvSpPr>
        <p:spPr>
          <a:xfrm>
            <a:off x="571500" y="6553200"/>
            <a:ext cx="7620000" cy="1714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defRPr>
            </a:pPr>
            <a:r>
              <a:t>Source: outputs/loso_metrics.json</a:t>
            </a:r>
          </a:p>
        </p:txBody>
      </p:sp>
      <p:sp>
        <p:nvSpPr>
          <p:cNvPr id="9" name="footer-page-9">
            <a:extLst>
              <a:ext uri="{FF2B5EF4-FFF2-40B4-BE49-F238E27FC236}">
                <a16:creationId xmlns:a16="http://schemas.microsoft.com/office/drawing/2014/main" id="{0BC8825A-61D9-4F80-AF70-47C1732A2E5E}"/>
              </a:ext>
            </a:extLst>
          </p:cNvPr>
          <p:cNvSpPr>
            <a:spLocks noGrp="1"/>
          </p:cNvSpPr>
          <p:nvPr/>
        </p:nvSpPr>
        <p:spPr>
          <a:xfrm>
            <a:off x="11049000" y="6524625"/>
            <a:ext cx="571500" cy="209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Hiragino Sans"/>
                <a:ea typeface="Hiragino Sans"/>
                <a:cs typeface="Hiragino Sans"/>
              </a:defRPr>
            </a:pPr>
            <a:r>
              <a:t>09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68B9A8AD-DBC6-4414-9A45-31BF367B22C5}"/>
              </a:ext>
            </a:extLst>
          </p:cNvPr>
          <p:cNvSpPr>
            <a:spLocks noGrp="1"/>
          </p:cNvSpPr>
          <p:nvPr/>
        </p:nvSpPr>
        <p:spPr>
          <a:xfrm>
            <a:off x="2952750" y="2057400"/>
            <a:ext cx="952500" cy="209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Hiragino Sans"/>
                <a:ea typeface="Hiragino Sans"/>
                <a:cs typeface="Hiragino Sans"/>
              </a:defRPr>
            </a:pPr>
            <a:r>
              <a:t>BEFORE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E1D97148-223B-42FE-AB83-8AE39FC23298}"/>
              </a:ext>
            </a:extLst>
          </p:cNvPr>
          <p:cNvSpPr>
            <a:spLocks noGrp="1"/>
          </p:cNvSpPr>
          <p:nvPr/>
        </p:nvSpPr>
        <p:spPr>
          <a:xfrm>
            <a:off x="6858000" y="2057400"/>
            <a:ext cx="1238250" cy="209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900" b="1">
                <a:solidFill>
                  <a:srgbClr val="F8FAFC"/>
                </a:solidFill>
                <a:latin typeface="Hiragino Sans"/>
                <a:ea typeface="Hiragino Sans"/>
                <a:cs typeface="Hiragino Sans"/>
              </a:defRPr>
            </a:pPr>
            <a:r>
              <a:t>IMPROVED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58B8D3ED-C9F8-41E8-BFA2-5A8B5DE3F41F}"/>
              </a:ext>
            </a:extLst>
          </p:cNvPr>
          <p:cNvSpPr>
            <a:spLocks noGrp="1"/>
          </p:cNvSpPr>
          <p:nvPr/>
        </p:nvSpPr>
        <p:spPr>
          <a:xfrm>
            <a:off x="590550" y="2590800"/>
            <a:ext cx="180975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F8FAFC"/>
                </a:solidFill>
                <a:latin typeface="Hiragino Sans"/>
                <a:ea typeface="Hiragino Sans"/>
                <a:cs typeface="Hiragino Sans"/>
              </a:defRPr>
            </a:pPr>
            <a:r>
              <a:t>Accuracy</a:t>
            </a:r>
          </a:p>
        </p:txBody>
      </p:sp>
      <p:sp>
        <p:nvSpPr>
          <p:cNvPr id="13" name="角丸四角形 12">
            <a:extLst>
              <a:ext uri="{FF2B5EF4-FFF2-40B4-BE49-F238E27FC236}">
                <a16:creationId xmlns:a16="http://schemas.microsoft.com/office/drawing/2014/main" id="{088638A8-A2D2-450B-9F5B-DFAB521459C0}"/>
              </a:ext>
            </a:extLst>
          </p:cNvPr>
          <p:cNvSpPr>
            <a:spLocks noGrp="1"/>
          </p:cNvSpPr>
          <p:nvPr/>
        </p:nvSpPr>
        <p:spPr>
          <a:xfrm>
            <a:off x="2476500" y="2514600"/>
            <a:ext cx="3457575" cy="228600"/>
          </a:xfrm>
          <a:prstGeom prst="roundRect">
            <a:avLst>
              <a:gd name="adj" fmla="val 25000"/>
            </a:avLst>
          </a:prstGeom>
          <a:solidFill>
            <a:srgbClr val="34415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角丸四角形 13">
            <a:extLst>
              <a:ext uri="{FF2B5EF4-FFF2-40B4-BE49-F238E27FC236}">
                <a16:creationId xmlns:a16="http://schemas.microsoft.com/office/drawing/2014/main" id="{5326680D-B3C1-4F44-B46E-EBE8C09B89CB}"/>
              </a:ext>
            </a:extLst>
          </p:cNvPr>
          <p:cNvSpPr>
            <a:spLocks noGrp="1"/>
          </p:cNvSpPr>
          <p:nvPr/>
        </p:nvSpPr>
        <p:spPr>
          <a:xfrm>
            <a:off x="2476500" y="2876550"/>
            <a:ext cx="3957352" cy="323850"/>
          </a:xfrm>
          <a:prstGeom prst="roundRect">
            <a:avLst>
              <a:gd name="adj" fmla="val 20588"/>
            </a:avLst>
          </a:prstGeom>
          <a:solidFill>
            <a:srgbClr val="38BDF8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027136CC-6D10-4534-8A7C-6496769CD85C}"/>
              </a:ext>
            </a:extLst>
          </p:cNvPr>
          <p:cNvSpPr>
            <a:spLocks noGrp="1"/>
          </p:cNvSpPr>
          <p:nvPr/>
        </p:nvSpPr>
        <p:spPr>
          <a:xfrm>
            <a:off x="6029325" y="2486025"/>
            <a:ext cx="95250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94A3B8"/>
                </a:solidFill>
                <a:latin typeface="Hiragino Sans"/>
                <a:ea typeface="Hiragino Sans"/>
                <a:cs typeface="Hiragino Sans"/>
              </a:defRPr>
            </a:pPr>
            <a:r>
              <a:t>0.5500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4723FE57-0CB6-4560-8859-37C275EB68F2}"/>
              </a:ext>
            </a:extLst>
          </p:cNvPr>
          <p:cNvSpPr>
            <a:spLocks noGrp="1"/>
          </p:cNvSpPr>
          <p:nvPr/>
        </p:nvSpPr>
        <p:spPr>
          <a:xfrm>
            <a:off x="6529102" y="2895600"/>
            <a:ext cx="95250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F8FAFC"/>
                </a:solidFill>
                <a:latin typeface="Hiragino Sans"/>
                <a:ea typeface="Hiragino Sans"/>
                <a:cs typeface="Hiragino Sans"/>
              </a:defRPr>
            </a:pPr>
            <a:r>
              <a:t>0.6295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E27CE5DC-E804-4916-AE71-4FEC69F15067}"/>
              </a:ext>
            </a:extLst>
          </p:cNvPr>
          <p:cNvSpPr>
            <a:spLocks noGrp="1"/>
          </p:cNvSpPr>
          <p:nvPr/>
        </p:nvSpPr>
        <p:spPr>
          <a:xfrm>
            <a:off x="9620250" y="2724150"/>
            <a:ext cx="1428750" cy="342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defRPr sz="1800" b="1">
                <a:solidFill>
                  <a:srgbClr val="38BDF8"/>
                </a:solidFill>
                <a:latin typeface="Hiragino Sans"/>
                <a:ea typeface="Hiragino Sans"/>
                <a:cs typeface="Hiragino Sans"/>
              </a:defRPr>
            </a:pPr>
            <a:r>
              <a:t>+0.0795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9C5C5FFC-39B8-4A1F-AB76-062F192BF7E0}"/>
              </a:ext>
            </a:extLst>
          </p:cNvPr>
          <p:cNvSpPr>
            <a:spLocks noGrp="1"/>
          </p:cNvSpPr>
          <p:nvPr/>
        </p:nvSpPr>
        <p:spPr>
          <a:xfrm>
            <a:off x="590550" y="3657600"/>
            <a:ext cx="180975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F8FAFC"/>
                </a:solidFill>
                <a:latin typeface="Hiragino Sans"/>
                <a:ea typeface="Hiragino Sans"/>
                <a:cs typeface="Hiragino Sans"/>
              </a:defRPr>
            </a:pPr>
            <a:r>
              <a:t>Macro-F1</a:t>
            </a:r>
          </a:p>
        </p:txBody>
      </p:sp>
      <p:sp>
        <p:nvSpPr>
          <p:cNvPr id="19" name="角丸四角形 18">
            <a:extLst>
              <a:ext uri="{FF2B5EF4-FFF2-40B4-BE49-F238E27FC236}">
                <a16:creationId xmlns:a16="http://schemas.microsoft.com/office/drawing/2014/main" id="{6D9ADD74-8E0D-463C-A5EA-AA7A0F1800A8}"/>
              </a:ext>
            </a:extLst>
          </p:cNvPr>
          <p:cNvSpPr>
            <a:spLocks noGrp="1"/>
          </p:cNvSpPr>
          <p:nvPr/>
        </p:nvSpPr>
        <p:spPr>
          <a:xfrm>
            <a:off x="2476500" y="3581400"/>
            <a:ext cx="3230004" cy="228600"/>
          </a:xfrm>
          <a:prstGeom prst="roundRect">
            <a:avLst>
              <a:gd name="adj" fmla="val 25000"/>
            </a:avLst>
          </a:prstGeom>
          <a:solidFill>
            <a:srgbClr val="34415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角丸四角形 19">
            <a:extLst>
              <a:ext uri="{FF2B5EF4-FFF2-40B4-BE49-F238E27FC236}">
                <a16:creationId xmlns:a16="http://schemas.microsoft.com/office/drawing/2014/main" id="{A8EA0BBD-D499-4ED2-95FE-7C4F6F175037}"/>
              </a:ext>
            </a:extLst>
          </p:cNvPr>
          <p:cNvSpPr>
            <a:spLocks noGrp="1"/>
          </p:cNvSpPr>
          <p:nvPr/>
        </p:nvSpPr>
        <p:spPr>
          <a:xfrm>
            <a:off x="2476500" y="3943350"/>
            <a:ext cx="3947293" cy="323850"/>
          </a:xfrm>
          <a:prstGeom prst="roundRect">
            <a:avLst>
              <a:gd name="adj" fmla="val 20588"/>
            </a:avLst>
          </a:prstGeom>
          <a:solidFill>
            <a:srgbClr val="2DD4BF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49D34B87-BC5F-473A-B300-57D99AC3A6C9}"/>
              </a:ext>
            </a:extLst>
          </p:cNvPr>
          <p:cNvSpPr>
            <a:spLocks noGrp="1"/>
          </p:cNvSpPr>
          <p:nvPr/>
        </p:nvSpPr>
        <p:spPr>
          <a:xfrm>
            <a:off x="5801754" y="3552825"/>
            <a:ext cx="95250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94A3B8"/>
                </a:solidFill>
                <a:latin typeface="Hiragino Sans"/>
                <a:ea typeface="Hiragino Sans"/>
                <a:cs typeface="Hiragino Sans"/>
              </a:defRPr>
            </a:pPr>
            <a:r>
              <a:t>0.5138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B41D1327-FD6C-4273-BB6E-73ED5663D5D9}"/>
              </a:ext>
            </a:extLst>
          </p:cNvPr>
          <p:cNvSpPr>
            <a:spLocks noGrp="1"/>
          </p:cNvSpPr>
          <p:nvPr/>
        </p:nvSpPr>
        <p:spPr>
          <a:xfrm>
            <a:off x="6519043" y="3962400"/>
            <a:ext cx="95250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F8FAFC"/>
                </a:solidFill>
                <a:latin typeface="Hiragino Sans"/>
                <a:ea typeface="Hiragino Sans"/>
                <a:cs typeface="Hiragino Sans"/>
              </a:defRPr>
            </a:pPr>
            <a:r>
              <a:t>0.6279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535CB0CA-A18E-421A-A171-6D9C32D9FD99}"/>
              </a:ext>
            </a:extLst>
          </p:cNvPr>
          <p:cNvSpPr>
            <a:spLocks noGrp="1"/>
          </p:cNvSpPr>
          <p:nvPr/>
        </p:nvSpPr>
        <p:spPr>
          <a:xfrm>
            <a:off x="9620250" y="3790950"/>
            <a:ext cx="1428750" cy="342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defRPr sz="1800" b="1">
                <a:solidFill>
                  <a:srgbClr val="2DD4BF"/>
                </a:solidFill>
                <a:latin typeface="Hiragino Sans"/>
                <a:ea typeface="Hiragino Sans"/>
                <a:cs typeface="Hiragino Sans"/>
              </a:defRPr>
            </a:pPr>
            <a:r>
              <a:t>+0.1141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990F623A-EF61-42F4-B7B2-51018C013832}"/>
              </a:ext>
            </a:extLst>
          </p:cNvPr>
          <p:cNvSpPr>
            <a:spLocks noGrp="1"/>
          </p:cNvSpPr>
          <p:nvPr/>
        </p:nvSpPr>
        <p:spPr>
          <a:xfrm>
            <a:off x="590550" y="4724400"/>
            <a:ext cx="180975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F8FAFC"/>
                </a:solidFill>
                <a:latin typeface="Hiragino Sans"/>
                <a:ea typeface="Hiragino Sans"/>
                <a:cs typeface="Hiragino Sans"/>
              </a:defRPr>
            </a:pPr>
            <a:r>
              <a:t>異常活動 F1</a:t>
            </a:r>
          </a:p>
        </p:txBody>
      </p:sp>
      <p:sp>
        <p:nvSpPr>
          <p:cNvPr id="25" name="角丸四角形 24">
            <a:extLst>
              <a:ext uri="{FF2B5EF4-FFF2-40B4-BE49-F238E27FC236}">
                <a16:creationId xmlns:a16="http://schemas.microsoft.com/office/drawing/2014/main" id="{AB1A7D5F-076B-4452-ADE7-9A762D5B7A6C}"/>
              </a:ext>
            </a:extLst>
          </p:cNvPr>
          <p:cNvSpPr>
            <a:spLocks noGrp="1"/>
          </p:cNvSpPr>
          <p:nvPr/>
        </p:nvSpPr>
        <p:spPr>
          <a:xfrm>
            <a:off x="2476500" y="4648200"/>
            <a:ext cx="3947293" cy="228600"/>
          </a:xfrm>
          <a:prstGeom prst="roundRect">
            <a:avLst>
              <a:gd name="adj" fmla="val 25000"/>
            </a:avLst>
          </a:prstGeom>
          <a:solidFill>
            <a:srgbClr val="34415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角丸四角形 25">
            <a:extLst>
              <a:ext uri="{FF2B5EF4-FFF2-40B4-BE49-F238E27FC236}">
                <a16:creationId xmlns:a16="http://schemas.microsoft.com/office/drawing/2014/main" id="{53BCBAD6-9D25-4C48-A4AB-0A1684731AB3}"/>
              </a:ext>
            </a:extLst>
          </p:cNvPr>
          <p:cNvSpPr>
            <a:spLocks noGrp="1"/>
          </p:cNvSpPr>
          <p:nvPr/>
        </p:nvSpPr>
        <p:spPr>
          <a:xfrm>
            <a:off x="2476500" y="5010150"/>
            <a:ext cx="4761395" cy="323850"/>
          </a:xfrm>
          <a:prstGeom prst="roundRect">
            <a:avLst>
              <a:gd name="adj" fmla="val 20588"/>
            </a:avLst>
          </a:prstGeom>
          <a:solidFill>
            <a:srgbClr val="FB718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4CE2CAB7-D7DE-44CD-81F9-080D4D027FB6}"/>
              </a:ext>
            </a:extLst>
          </p:cNvPr>
          <p:cNvSpPr>
            <a:spLocks noGrp="1"/>
          </p:cNvSpPr>
          <p:nvPr/>
        </p:nvSpPr>
        <p:spPr>
          <a:xfrm>
            <a:off x="6519043" y="4619625"/>
            <a:ext cx="95250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94A3B8"/>
                </a:solidFill>
                <a:latin typeface="Hiragino Sans"/>
                <a:ea typeface="Hiragino Sans"/>
                <a:cs typeface="Hiragino Sans"/>
              </a:defRPr>
            </a:pPr>
            <a:r>
              <a:t>0.6279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79CF29A1-F643-46A9-B946-DD3037F6179D}"/>
              </a:ext>
            </a:extLst>
          </p:cNvPr>
          <p:cNvSpPr>
            <a:spLocks noGrp="1"/>
          </p:cNvSpPr>
          <p:nvPr/>
        </p:nvSpPr>
        <p:spPr>
          <a:xfrm>
            <a:off x="7333145" y="5029200"/>
            <a:ext cx="95250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F8FAFC"/>
                </a:solidFill>
                <a:latin typeface="Hiragino Sans"/>
                <a:ea typeface="Hiragino Sans"/>
                <a:cs typeface="Hiragino Sans"/>
              </a:defRPr>
            </a:pPr>
            <a:r>
              <a:t>0.7574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38DE7AB0-0E46-4D99-9D9B-9755189394A0}"/>
              </a:ext>
            </a:extLst>
          </p:cNvPr>
          <p:cNvSpPr>
            <a:spLocks noGrp="1"/>
          </p:cNvSpPr>
          <p:nvPr/>
        </p:nvSpPr>
        <p:spPr>
          <a:xfrm>
            <a:off x="9620250" y="4857750"/>
            <a:ext cx="1428750" cy="342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defRPr sz="1800" b="1">
                <a:solidFill>
                  <a:srgbClr val="FB7185"/>
                </a:solidFill>
                <a:latin typeface="Hiragino Sans"/>
                <a:ea typeface="Hiragino Sans"/>
                <a:cs typeface="Hiragino Sans"/>
              </a:defRPr>
            </a:pPr>
            <a:r>
              <a:t>+0.1295</a:t>
            </a:r>
          </a:p>
        </p:txBody>
      </p:sp>
      <p:sp>
        <p:nvSpPr>
          <p:cNvPr id="30" name="円/楕円 29">
            <a:extLst>
              <a:ext uri="{FF2B5EF4-FFF2-40B4-BE49-F238E27FC236}">
                <a16:creationId xmlns:a16="http://schemas.microsoft.com/office/drawing/2014/main" id="{3672594F-7278-4A00-B3ED-CC3D402F58ED}"/>
              </a:ext>
            </a:extLst>
          </p:cNvPr>
          <p:cNvSpPr>
            <a:spLocks noGrp="1"/>
          </p:cNvSpPr>
          <p:nvPr/>
        </p:nvSpPr>
        <p:spPr>
          <a:xfrm>
            <a:off x="581025" y="551973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円/楕円 30">
            <a:extLst>
              <a:ext uri="{FF2B5EF4-FFF2-40B4-BE49-F238E27FC236}">
                <a16:creationId xmlns:a16="http://schemas.microsoft.com/office/drawing/2014/main" id="{8C66DD69-B0AA-4260-ABB0-56C6439C6425}"/>
              </a:ext>
            </a:extLst>
          </p:cNvPr>
          <p:cNvSpPr>
            <a:spLocks noGrp="1"/>
          </p:cNvSpPr>
          <p:nvPr/>
        </p:nvSpPr>
        <p:spPr>
          <a:xfrm>
            <a:off x="11601450" y="551973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32" name="直線矢印コネクタ 31"/>
          <p:cNvCxnSpPr>
            <a:stCxn id="30" idx="3"/>
            <a:endCxn id="31" idx="1"/>
          </p:cNvCxnSpPr>
          <p:nvPr/>
        </p:nvCxnSpPr>
        <p:spPr>
          <a:xfrm flipV="1">
            <a:off x="582420" y="5521133"/>
            <a:ext cx="11020425" cy="6735"/>
          </a:xfrm>
          <a:prstGeom prst="straightConnector1">
            <a:avLst/>
          </a:prstGeom>
          <a:ln w="9525">
            <a:solidFill>
              <a:srgbClr val="243449"/>
            </a:solidFill>
            <a:prstDash val="solid"/>
          </a:ln>
        </p:spPr>
      </p:cxn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3A76BAD5-A8BD-4563-87D5-A474D1EE9C2F}"/>
              </a:ext>
            </a:extLst>
          </p:cNvPr>
          <p:cNvSpPr>
            <a:spLocks noGrp="1"/>
          </p:cNvSpPr>
          <p:nvPr/>
        </p:nvSpPr>
        <p:spPr>
          <a:xfrm>
            <a:off x="590550" y="5695950"/>
            <a:ext cx="2762250" cy="209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94A3B8"/>
                </a:solidFill>
                <a:latin typeface="Hiragino Sans"/>
                <a:ea typeface="Hiragino Sans"/>
                <a:cs typeface="Hiragino Sans"/>
              </a:defRPr>
            </a:pPr>
            <a:r>
              <a:t>SUBJECT-WISE ABNORMAL F1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25D72388-4A46-432F-B151-1C8DBFFEDA41}"/>
              </a:ext>
            </a:extLst>
          </p:cNvPr>
          <p:cNvSpPr>
            <a:spLocks noGrp="1"/>
          </p:cNvSpPr>
          <p:nvPr/>
        </p:nvSpPr>
        <p:spPr>
          <a:xfrm>
            <a:off x="3714750" y="5695950"/>
            <a:ext cx="1428750" cy="209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FB7185"/>
                </a:solidFill>
                <a:latin typeface="Hiragino Sans"/>
                <a:ea typeface="Hiragino Sans"/>
                <a:cs typeface="Hiragino Sans"/>
              </a:defRPr>
            </a:pPr>
            <a:r>
              <a:t>S1    0.8429</a:t>
            </a:r>
          </a:p>
        </p:txBody>
      </p:sp>
      <p:sp>
        <p:nvSpPr>
          <p:cNvPr id="35" name="角丸四角形 34">
            <a:extLst>
              <a:ext uri="{FF2B5EF4-FFF2-40B4-BE49-F238E27FC236}">
                <a16:creationId xmlns:a16="http://schemas.microsoft.com/office/drawing/2014/main" id="{E849DF43-8DF7-437A-B712-702DD90F37DF}"/>
              </a:ext>
            </a:extLst>
          </p:cNvPr>
          <p:cNvSpPr>
            <a:spLocks noGrp="1"/>
          </p:cNvSpPr>
          <p:nvPr/>
        </p:nvSpPr>
        <p:spPr>
          <a:xfrm>
            <a:off x="3714750" y="5991225"/>
            <a:ext cx="1428750" cy="114300"/>
          </a:xfrm>
          <a:prstGeom prst="roundRect">
            <a:avLst>
              <a:gd name="adj" fmla="val 41667"/>
            </a:avLst>
          </a:prstGeom>
          <a:solidFill>
            <a:srgbClr val="263449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角丸四角形 35">
            <a:extLst>
              <a:ext uri="{FF2B5EF4-FFF2-40B4-BE49-F238E27FC236}">
                <a16:creationId xmlns:a16="http://schemas.microsoft.com/office/drawing/2014/main" id="{291D4053-1FE1-4536-9066-167BE0CA6167}"/>
              </a:ext>
            </a:extLst>
          </p:cNvPr>
          <p:cNvSpPr>
            <a:spLocks noGrp="1"/>
          </p:cNvSpPr>
          <p:nvPr/>
        </p:nvSpPr>
        <p:spPr>
          <a:xfrm>
            <a:off x="3714750" y="5991225"/>
            <a:ext cx="1204293" cy="114300"/>
          </a:xfrm>
          <a:prstGeom prst="roundRect">
            <a:avLst>
              <a:gd name="adj" fmla="val 41667"/>
            </a:avLst>
          </a:prstGeom>
          <a:solidFill>
            <a:srgbClr val="FB718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4E9D7E5F-E3DC-4248-B32F-833609EA0197}"/>
              </a:ext>
            </a:extLst>
          </p:cNvPr>
          <p:cNvSpPr>
            <a:spLocks noGrp="1"/>
          </p:cNvSpPr>
          <p:nvPr/>
        </p:nvSpPr>
        <p:spPr>
          <a:xfrm>
            <a:off x="5638800" y="5695950"/>
            <a:ext cx="1428750" cy="209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FB7185"/>
                </a:solidFill>
                <a:latin typeface="Hiragino Sans"/>
                <a:ea typeface="Hiragino Sans"/>
                <a:cs typeface="Hiragino Sans"/>
              </a:defRPr>
            </a:pPr>
            <a:r>
              <a:t>S2    0.8017</a:t>
            </a:r>
          </a:p>
        </p:txBody>
      </p:sp>
      <p:sp>
        <p:nvSpPr>
          <p:cNvPr id="38" name="角丸四角形 37">
            <a:extLst>
              <a:ext uri="{FF2B5EF4-FFF2-40B4-BE49-F238E27FC236}">
                <a16:creationId xmlns:a16="http://schemas.microsoft.com/office/drawing/2014/main" id="{785199C9-9A96-4848-BC6D-BF438B6B0302}"/>
              </a:ext>
            </a:extLst>
          </p:cNvPr>
          <p:cNvSpPr>
            <a:spLocks noGrp="1"/>
          </p:cNvSpPr>
          <p:nvPr/>
        </p:nvSpPr>
        <p:spPr>
          <a:xfrm>
            <a:off x="5638800" y="5991225"/>
            <a:ext cx="1428750" cy="114300"/>
          </a:xfrm>
          <a:prstGeom prst="roundRect">
            <a:avLst>
              <a:gd name="adj" fmla="val 41667"/>
            </a:avLst>
          </a:prstGeom>
          <a:solidFill>
            <a:srgbClr val="263449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角丸四角形 38">
            <a:extLst>
              <a:ext uri="{FF2B5EF4-FFF2-40B4-BE49-F238E27FC236}">
                <a16:creationId xmlns:a16="http://schemas.microsoft.com/office/drawing/2014/main" id="{2C309771-210E-4112-B6C9-4D332C4965B6}"/>
              </a:ext>
            </a:extLst>
          </p:cNvPr>
          <p:cNvSpPr>
            <a:spLocks noGrp="1"/>
          </p:cNvSpPr>
          <p:nvPr/>
        </p:nvSpPr>
        <p:spPr>
          <a:xfrm>
            <a:off x="5638800" y="5991225"/>
            <a:ext cx="1145429" cy="114300"/>
          </a:xfrm>
          <a:prstGeom prst="roundRect">
            <a:avLst>
              <a:gd name="adj" fmla="val 41667"/>
            </a:avLst>
          </a:prstGeom>
          <a:solidFill>
            <a:srgbClr val="FB718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E464A538-6157-4863-B241-D03B98105DF4}"/>
              </a:ext>
            </a:extLst>
          </p:cNvPr>
          <p:cNvSpPr>
            <a:spLocks noGrp="1"/>
          </p:cNvSpPr>
          <p:nvPr/>
        </p:nvSpPr>
        <p:spPr>
          <a:xfrm>
            <a:off x="7562850" y="5695950"/>
            <a:ext cx="1428750" cy="209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FBBF24"/>
                </a:solidFill>
                <a:latin typeface="Hiragino Sans"/>
                <a:ea typeface="Hiragino Sans"/>
                <a:cs typeface="Hiragino Sans"/>
              </a:defRPr>
            </a:pPr>
            <a:r>
              <a:t>S3    0.5718</a:t>
            </a:r>
          </a:p>
        </p:txBody>
      </p:sp>
      <p:sp>
        <p:nvSpPr>
          <p:cNvPr id="41" name="角丸四角形 40">
            <a:extLst>
              <a:ext uri="{FF2B5EF4-FFF2-40B4-BE49-F238E27FC236}">
                <a16:creationId xmlns:a16="http://schemas.microsoft.com/office/drawing/2014/main" id="{7C8C2397-21F0-4C20-AA9E-36D6AA3CF422}"/>
              </a:ext>
            </a:extLst>
          </p:cNvPr>
          <p:cNvSpPr>
            <a:spLocks noGrp="1"/>
          </p:cNvSpPr>
          <p:nvPr/>
        </p:nvSpPr>
        <p:spPr>
          <a:xfrm>
            <a:off x="7562850" y="5991225"/>
            <a:ext cx="1428750" cy="114300"/>
          </a:xfrm>
          <a:prstGeom prst="roundRect">
            <a:avLst>
              <a:gd name="adj" fmla="val 41667"/>
            </a:avLst>
          </a:prstGeom>
          <a:solidFill>
            <a:srgbClr val="263449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角丸四角形 41">
            <a:extLst>
              <a:ext uri="{FF2B5EF4-FFF2-40B4-BE49-F238E27FC236}">
                <a16:creationId xmlns:a16="http://schemas.microsoft.com/office/drawing/2014/main" id="{990E4377-5F5E-4A08-9B1B-E39517EEE41F}"/>
              </a:ext>
            </a:extLst>
          </p:cNvPr>
          <p:cNvSpPr>
            <a:spLocks noGrp="1"/>
          </p:cNvSpPr>
          <p:nvPr/>
        </p:nvSpPr>
        <p:spPr>
          <a:xfrm>
            <a:off x="7562850" y="5991225"/>
            <a:ext cx="816959" cy="114300"/>
          </a:xfrm>
          <a:prstGeom prst="roundRect">
            <a:avLst>
              <a:gd name="adj" fmla="val 41667"/>
            </a:avLst>
          </a:prstGeom>
          <a:solidFill>
            <a:srgbClr val="FBBF2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22B2A0EF-AF16-4135-AF75-7BAD1674F077}"/>
              </a:ext>
            </a:extLst>
          </p:cNvPr>
          <p:cNvSpPr>
            <a:spLocks noGrp="1"/>
          </p:cNvSpPr>
          <p:nvPr/>
        </p:nvSpPr>
        <p:spPr>
          <a:xfrm>
            <a:off x="9486900" y="5695950"/>
            <a:ext cx="1428750" cy="209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FB7185"/>
                </a:solidFill>
                <a:latin typeface="Hiragino Sans"/>
                <a:ea typeface="Hiragino Sans"/>
                <a:cs typeface="Hiragino Sans"/>
              </a:defRPr>
            </a:pPr>
            <a:r>
              <a:t>S5    0.8706</a:t>
            </a:r>
          </a:p>
        </p:txBody>
      </p:sp>
      <p:sp>
        <p:nvSpPr>
          <p:cNvPr id="44" name="角丸四角形 43">
            <a:extLst>
              <a:ext uri="{FF2B5EF4-FFF2-40B4-BE49-F238E27FC236}">
                <a16:creationId xmlns:a16="http://schemas.microsoft.com/office/drawing/2014/main" id="{D75FA5F9-39C9-454B-90F1-7A875938E615}"/>
              </a:ext>
            </a:extLst>
          </p:cNvPr>
          <p:cNvSpPr>
            <a:spLocks noGrp="1"/>
          </p:cNvSpPr>
          <p:nvPr/>
        </p:nvSpPr>
        <p:spPr>
          <a:xfrm>
            <a:off x="9486900" y="5991225"/>
            <a:ext cx="1428750" cy="114300"/>
          </a:xfrm>
          <a:prstGeom prst="roundRect">
            <a:avLst>
              <a:gd name="adj" fmla="val 41667"/>
            </a:avLst>
          </a:prstGeom>
          <a:solidFill>
            <a:srgbClr val="263449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角丸四角形 44">
            <a:extLst>
              <a:ext uri="{FF2B5EF4-FFF2-40B4-BE49-F238E27FC236}">
                <a16:creationId xmlns:a16="http://schemas.microsoft.com/office/drawing/2014/main" id="{B81A3B2A-1482-4666-90E3-76A18F2D5C89}"/>
              </a:ext>
            </a:extLst>
          </p:cNvPr>
          <p:cNvSpPr>
            <a:spLocks noGrp="1"/>
          </p:cNvSpPr>
          <p:nvPr/>
        </p:nvSpPr>
        <p:spPr>
          <a:xfrm>
            <a:off x="9486900" y="5991225"/>
            <a:ext cx="1243870" cy="114300"/>
          </a:xfrm>
          <a:prstGeom prst="roundRect">
            <a:avLst>
              <a:gd name="adj" fmla="val 41667"/>
            </a:avLst>
          </a:prstGeom>
          <a:solidFill>
            <a:srgbClr val="FB718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85912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kicker-marker">
            <a:extLst>
              <a:ext uri="{FF2B5EF4-FFF2-40B4-BE49-F238E27FC236}">
                <a16:creationId xmlns:a16="http://schemas.microsoft.com/office/drawing/2014/main" id="{4C453579-6D43-4D73-9A64-EDB3646F6E03}"/>
              </a:ext>
            </a:extLst>
          </p:cNvPr>
          <p:cNvSpPr>
            <a:spLocks noGrp="1"/>
          </p:cNvSpPr>
          <p:nvPr/>
        </p:nvSpPr>
        <p:spPr>
          <a:xfrm>
            <a:off x="581025" y="466725"/>
            <a:ext cx="95250" cy="95250"/>
          </a:xfrm>
          <a:prstGeom prst="ellipse">
            <a:avLst/>
          </a:prstGeom>
          <a:solidFill>
            <a:srgbClr val="38BDF8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58B4CEBA-8C10-45A9-BE86-45449B565940}"/>
              </a:ext>
            </a:extLst>
          </p:cNvPr>
          <p:cNvSpPr>
            <a:spLocks noGrp="1"/>
          </p:cNvSpPr>
          <p:nvPr/>
        </p:nvSpPr>
        <p:spPr>
          <a:xfrm>
            <a:off x="781050" y="409575"/>
            <a:ext cx="3429000" cy="2095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defRPr sz="1050" b="1">
                <a:solidFill>
                  <a:srgbClr val="38BDF8"/>
                </a:solidFill>
                <a:latin typeface="Hiragino Sans"/>
                <a:ea typeface="Hiragino Sans"/>
                <a:cs typeface="Hiragino Sans"/>
              </a:defRPr>
            </a:pPr>
            <a:r>
              <a:t>DELIVERY</a:t>
            </a:r>
          </a:p>
        </p:txBody>
      </p:sp>
      <p:sp>
        <p:nvSpPr>
          <p:cNvPr id="3" name="title-10">
            <a:extLst>
              <a:ext uri="{FF2B5EF4-FFF2-40B4-BE49-F238E27FC236}">
                <a16:creationId xmlns:a16="http://schemas.microsoft.com/office/drawing/2014/main" id="{C5C83B88-5340-4DCB-BF51-7928CA66A4D8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11049000" cy="609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3150" b="1">
                <a:solidFill>
                  <a:srgbClr val="F8FAFC"/>
                </a:solidFill>
                <a:latin typeface="Hiragino Sans"/>
                <a:ea typeface="Hiragino Sans"/>
                <a:cs typeface="Hiragino Sans"/>
              </a:defRPr>
            </a:pPr>
            <a:r>
              <a:t>評価・学習・予測まで、同じコードで再現できる</a:t>
            </a:r>
          </a:p>
        </p:txBody>
      </p:sp>
      <p:sp>
        <p:nvSpPr>
          <p:cNvPr id="4" name="subtitle-10">
            <a:extLst>
              <a:ext uri="{FF2B5EF4-FFF2-40B4-BE49-F238E27FC236}">
                <a16:creationId xmlns:a16="http://schemas.microsoft.com/office/drawing/2014/main" id="{A6EA3EB8-A0F3-4F0E-8ABC-87ECC97693A7}"/>
              </a:ext>
            </a:extLst>
          </p:cNvPr>
          <p:cNvSpPr>
            <a:spLocks noGrp="1"/>
          </p:cNvSpPr>
          <p:nvPr/>
        </p:nvSpPr>
        <p:spPr>
          <a:xfrm>
            <a:off x="571500" y="1409700"/>
            <a:ext cx="10287000" cy="4000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94A3B8"/>
                </a:solidFill>
                <a:latin typeface="Hiragino Sans"/>
                <a:ea typeface="Hiragino Sans"/>
                <a:cs typeface="Hiragino Sans"/>
              </a:defRPr>
            </a:pPr>
            <a:r>
              <a:t>正式成果物を残し、未知被験者CSVが届けば predict をそのまま実行</a:t>
            </a:r>
          </a:p>
        </p:txBody>
      </p:sp>
      <p:sp>
        <p:nvSpPr>
          <p:cNvPr id="5" name="footer-rule-10:from-anchor">
            <a:extLst>
              <a:ext uri="{FF2B5EF4-FFF2-40B4-BE49-F238E27FC236}">
                <a16:creationId xmlns:a16="http://schemas.microsoft.com/office/drawing/2014/main" id="{DB05FD2C-884C-43D3-B5D3-9B2DB246350A}"/>
              </a:ext>
            </a:extLst>
          </p:cNvPr>
          <p:cNvSpPr>
            <a:spLocks noGrp="1"/>
          </p:cNvSpPr>
          <p:nvPr/>
        </p:nvSpPr>
        <p:spPr>
          <a:xfrm>
            <a:off x="542925" y="6481763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footer-rule-10:to-anchor">
            <a:extLst>
              <a:ext uri="{FF2B5EF4-FFF2-40B4-BE49-F238E27FC236}">
                <a16:creationId xmlns:a16="http://schemas.microsoft.com/office/drawing/2014/main" id="{5FEA5DED-50BF-434A-9501-23C59E28BFA2}"/>
              </a:ext>
            </a:extLst>
          </p:cNvPr>
          <p:cNvSpPr>
            <a:spLocks noGrp="1"/>
          </p:cNvSpPr>
          <p:nvPr/>
        </p:nvSpPr>
        <p:spPr>
          <a:xfrm>
            <a:off x="11639550" y="6481763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7" name="footer-rule-10"/>
          <p:cNvCxnSpPr>
            <a:stCxn id="5" idx="3"/>
            <a:endCxn id="6" idx="1"/>
          </p:cNvCxnSpPr>
          <p:nvPr/>
        </p:nvCxnSpPr>
        <p:spPr>
          <a:xfrm flipV="1">
            <a:off x="544320" y="6483158"/>
            <a:ext cx="11096625" cy="6735"/>
          </a:xfrm>
          <a:prstGeom prst="straightConnector1">
            <a:avLst/>
          </a:prstGeom>
          <a:ln w="9525">
            <a:solidFill>
              <a:srgbClr val="243449"/>
            </a:solidFill>
            <a:prstDash val="solid"/>
          </a:ln>
        </p:spPr>
      </p:cxnSp>
      <p:sp>
        <p:nvSpPr>
          <p:cNvPr id="8" name="footer-source-10">
            <a:extLst>
              <a:ext uri="{FF2B5EF4-FFF2-40B4-BE49-F238E27FC236}">
                <a16:creationId xmlns:a16="http://schemas.microsoft.com/office/drawing/2014/main" id="{9835338E-6539-4E38-888D-9CA2B99D4F7F}"/>
              </a:ext>
            </a:extLst>
          </p:cNvPr>
          <p:cNvSpPr>
            <a:spLocks noGrp="1"/>
          </p:cNvSpPr>
          <p:nvPr/>
        </p:nvSpPr>
        <p:spPr>
          <a:xfrm>
            <a:off x="571500" y="6553200"/>
            <a:ext cx="7620000" cy="1714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Hiragino Sans"/>
                <a:ea typeface="Hiragino Sans"/>
                <a:cs typeface="Hiragino Sans"/>
              </a:defRPr>
            </a:pPr>
            <a:r>
              <a:t>Source: SPECIFICATION.md / LOSO metrics</a:t>
            </a:r>
          </a:p>
        </p:txBody>
      </p:sp>
      <p:sp>
        <p:nvSpPr>
          <p:cNvPr id="9" name="footer-page-10">
            <a:extLst>
              <a:ext uri="{FF2B5EF4-FFF2-40B4-BE49-F238E27FC236}">
                <a16:creationId xmlns:a16="http://schemas.microsoft.com/office/drawing/2014/main" id="{008F71B6-E20D-4496-AE7E-8B799591F6B6}"/>
              </a:ext>
            </a:extLst>
          </p:cNvPr>
          <p:cNvSpPr>
            <a:spLocks noGrp="1"/>
          </p:cNvSpPr>
          <p:nvPr/>
        </p:nvSpPr>
        <p:spPr>
          <a:xfrm>
            <a:off x="11049000" y="6524625"/>
            <a:ext cx="571500" cy="209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Hiragino Sans"/>
                <a:ea typeface="Hiragino Sans"/>
                <a:cs typeface="Hiragino Sans"/>
              </a:defRPr>
            </a:pPr>
            <a:r>
              <a:t>10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ED233B89-184E-451F-9EC2-E256C51DC36C}"/>
              </a:ext>
            </a:extLst>
          </p:cNvPr>
          <p:cNvSpPr>
            <a:spLocks noGrp="1"/>
          </p:cNvSpPr>
          <p:nvPr/>
        </p:nvSpPr>
        <p:spPr>
          <a:xfrm>
            <a:off x="590550" y="2114550"/>
            <a:ext cx="228600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38BDF8"/>
                </a:solidFill>
                <a:latin typeface="Hiragino Sans"/>
                <a:ea typeface="Hiragino Sans"/>
                <a:cs typeface="Hiragino Sans"/>
              </a:defRPr>
            </a:pPr>
            <a:r>
              <a:t>01  EVALUATE</a:t>
            </a:r>
          </a:p>
        </p:txBody>
      </p:sp>
      <p:sp>
        <p:nvSpPr>
          <p:cNvPr id="11" name="角丸四角形 10">
            <a:extLst>
              <a:ext uri="{FF2B5EF4-FFF2-40B4-BE49-F238E27FC236}">
                <a16:creationId xmlns:a16="http://schemas.microsoft.com/office/drawing/2014/main" id="{7C10C54D-8D72-4EFA-815B-F8A18E42031A}"/>
              </a:ext>
            </a:extLst>
          </p:cNvPr>
          <p:cNvSpPr>
            <a:spLocks noGrp="1"/>
          </p:cNvSpPr>
          <p:nvPr/>
        </p:nvSpPr>
        <p:spPr>
          <a:xfrm>
            <a:off x="590550" y="2457450"/>
            <a:ext cx="3333750" cy="685800"/>
          </a:xfrm>
          <a:prstGeom prst="roundRect">
            <a:avLst>
              <a:gd name="adj" fmla="val 16667"/>
            </a:avLst>
          </a:prstGeom>
          <a:solidFill>
            <a:srgbClr val="0E1929"/>
          </a:solidFill>
          <a:ln w="9525">
            <a:solidFill>
              <a:srgbClr val="24344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85F0E8A2-66B1-4D0C-B013-16F5B870AE2C}"/>
              </a:ext>
            </a:extLst>
          </p:cNvPr>
          <p:cNvSpPr>
            <a:spLocks noGrp="1"/>
          </p:cNvSpPr>
          <p:nvPr/>
        </p:nvSpPr>
        <p:spPr>
          <a:xfrm>
            <a:off x="781050" y="2657475"/>
            <a:ext cx="295275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t>python activity_model.py evaluate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8819B43D-27B7-46B6-BDBE-3AE26E9683F7}"/>
              </a:ext>
            </a:extLst>
          </p:cNvPr>
          <p:cNvSpPr>
            <a:spLocks noGrp="1"/>
          </p:cNvSpPr>
          <p:nvPr/>
        </p:nvSpPr>
        <p:spPr>
          <a:xfrm>
            <a:off x="590550" y="3390900"/>
            <a:ext cx="228600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2DD4BF"/>
                </a:solidFill>
                <a:latin typeface="Hiragino Sans"/>
                <a:ea typeface="Hiragino Sans"/>
                <a:cs typeface="Hiragino Sans"/>
              </a:defRPr>
            </a:pPr>
            <a:r>
              <a:t>02  TRAIN</a:t>
            </a:r>
          </a:p>
        </p:txBody>
      </p:sp>
      <p:sp>
        <p:nvSpPr>
          <p:cNvPr id="14" name="角丸四角形 13">
            <a:extLst>
              <a:ext uri="{FF2B5EF4-FFF2-40B4-BE49-F238E27FC236}">
                <a16:creationId xmlns:a16="http://schemas.microsoft.com/office/drawing/2014/main" id="{9DEF299A-0549-4AAC-B89D-FF12BE9F7B93}"/>
              </a:ext>
            </a:extLst>
          </p:cNvPr>
          <p:cNvSpPr>
            <a:spLocks noGrp="1"/>
          </p:cNvSpPr>
          <p:nvPr/>
        </p:nvSpPr>
        <p:spPr>
          <a:xfrm>
            <a:off x="590550" y="3733800"/>
            <a:ext cx="3333750" cy="685800"/>
          </a:xfrm>
          <a:prstGeom prst="roundRect">
            <a:avLst>
              <a:gd name="adj" fmla="val 16667"/>
            </a:avLst>
          </a:prstGeom>
          <a:solidFill>
            <a:srgbClr val="0E1929"/>
          </a:solidFill>
          <a:ln w="9525">
            <a:solidFill>
              <a:srgbClr val="24344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FE818D7A-80CE-4CB7-829E-A041A3083676}"/>
              </a:ext>
            </a:extLst>
          </p:cNvPr>
          <p:cNvSpPr>
            <a:spLocks noGrp="1"/>
          </p:cNvSpPr>
          <p:nvPr/>
        </p:nvSpPr>
        <p:spPr>
          <a:xfrm>
            <a:off x="781050" y="3933825"/>
            <a:ext cx="295275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t>python activity_model.py train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80E4F8BF-53F7-4EA9-BCD6-A73E7DC0BDEC}"/>
              </a:ext>
            </a:extLst>
          </p:cNvPr>
          <p:cNvSpPr>
            <a:spLocks noGrp="1"/>
          </p:cNvSpPr>
          <p:nvPr/>
        </p:nvSpPr>
        <p:spPr>
          <a:xfrm>
            <a:off x="590550" y="4667250"/>
            <a:ext cx="228600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FB7185"/>
                </a:solidFill>
                <a:latin typeface="Hiragino Sans"/>
                <a:ea typeface="Hiragino Sans"/>
                <a:cs typeface="Hiragino Sans"/>
              </a:defRPr>
            </a:pPr>
            <a:r>
              <a:t>03  PREDICT</a:t>
            </a:r>
          </a:p>
        </p:txBody>
      </p:sp>
      <p:sp>
        <p:nvSpPr>
          <p:cNvPr id="17" name="角丸四角形 16">
            <a:extLst>
              <a:ext uri="{FF2B5EF4-FFF2-40B4-BE49-F238E27FC236}">
                <a16:creationId xmlns:a16="http://schemas.microsoft.com/office/drawing/2014/main" id="{841A9DB2-3B71-4261-892F-871F930CCAAF}"/>
              </a:ext>
            </a:extLst>
          </p:cNvPr>
          <p:cNvSpPr>
            <a:spLocks noGrp="1"/>
          </p:cNvSpPr>
          <p:nvPr/>
        </p:nvSpPr>
        <p:spPr>
          <a:xfrm>
            <a:off x="590550" y="5010150"/>
            <a:ext cx="3333750" cy="685800"/>
          </a:xfrm>
          <a:prstGeom prst="roundRect">
            <a:avLst>
              <a:gd name="adj" fmla="val 16667"/>
            </a:avLst>
          </a:prstGeom>
          <a:solidFill>
            <a:srgbClr val="0E1929"/>
          </a:solidFill>
          <a:ln w="9525">
            <a:solidFill>
              <a:srgbClr val="24344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011B4B36-8429-4A2B-94F6-F2AA5109F465}"/>
              </a:ext>
            </a:extLst>
          </p:cNvPr>
          <p:cNvSpPr>
            <a:spLocks noGrp="1"/>
          </p:cNvSpPr>
          <p:nvPr/>
        </p:nvSpPr>
        <p:spPr>
          <a:xfrm>
            <a:off x="781050" y="5210175"/>
            <a:ext cx="295275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t>python activity_model.py predict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E70FB7C3-A1D5-49A5-AE78-25D7E8AC346D}"/>
              </a:ext>
            </a:extLst>
          </p:cNvPr>
          <p:cNvSpPr>
            <a:spLocks noGrp="1"/>
          </p:cNvSpPr>
          <p:nvPr/>
        </p:nvSpPr>
        <p:spPr>
          <a:xfrm>
            <a:off x="4133850" y="3790950"/>
            <a:ext cx="571500" cy="4762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2700" b="1">
                <a:solidFill>
                  <a:srgbClr val="38BDF8"/>
                </a:solidFill>
                <a:latin typeface="Hiragino Sans"/>
                <a:ea typeface="Hiragino Sans"/>
                <a:cs typeface="Hiragino Sans"/>
              </a:defRPr>
            </a:pPr>
            <a:r>
              <a:t>→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C58755B4-C32C-47E6-86A3-01D314B02568}"/>
              </a:ext>
            </a:extLst>
          </p:cNvPr>
          <p:cNvSpPr>
            <a:spLocks noGrp="1"/>
          </p:cNvSpPr>
          <p:nvPr/>
        </p:nvSpPr>
        <p:spPr>
          <a:xfrm>
            <a:off x="4953000" y="2114550"/>
            <a:ext cx="285750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F8FAFC"/>
                </a:solidFill>
                <a:latin typeface="Hiragino Sans"/>
                <a:ea typeface="Hiragino Sans"/>
                <a:cs typeface="Hiragino Sans"/>
              </a:defRPr>
            </a:pPr>
            <a:r>
              <a:t>FINAL ARTIFACTS</a:t>
            </a:r>
          </a:p>
        </p:txBody>
      </p:sp>
      <p:sp>
        <p:nvSpPr>
          <p:cNvPr id="21" name="角丸四角形 20">
            <a:extLst>
              <a:ext uri="{FF2B5EF4-FFF2-40B4-BE49-F238E27FC236}">
                <a16:creationId xmlns:a16="http://schemas.microsoft.com/office/drawing/2014/main" id="{8B698BFF-5C36-440B-B7DD-E605587DB849}"/>
              </a:ext>
            </a:extLst>
          </p:cNvPr>
          <p:cNvSpPr>
            <a:spLocks noGrp="1"/>
          </p:cNvSpPr>
          <p:nvPr/>
        </p:nvSpPr>
        <p:spPr>
          <a:xfrm>
            <a:off x="4953000" y="2457450"/>
            <a:ext cx="2857500" cy="781050"/>
          </a:xfrm>
          <a:prstGeom prst="roundRect">
            <a:avLst>
              <a:gd name="adj" fmla="val 17073"/>
            </a:avLst>
          </a:prstGeom>
          <a:solidFill>
            <a:srgbClr val="14344A"/>
          </a:solidFill>
          <a:ln w="190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ABCF19C2-0E7C-4ED7-BFF3-C775A68C509C}"/>
              </a:ext>
            </a:extLst>
          </p:cNvPr>
          <p:cNvSpPr>
            <a:spLocks noGrp="1"/>
          </p:cNvSpPr>
          <p:nvPr/>
        </p:nvSpPr>
        <p:spPr>
          <a:xfrm>
            <a:off x="5181600" y="2628900"/>
            <a:ext cx="240030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t>activity_model.joblib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39CCD4C1-6AA4-463B-830A-A7BF63347BCB}"/>
              </a:ext>
            </a:extLst>
          </p:cNvPr>
          <p:cNvSpPr>
            <a:spLocks noGrp="1"/>
          </p:cNvSpPr>
          <p:nvPr/>
        </p:nvSpPr>
        <p:spPr>
          <a:xfrm>
            <a:off x="5181600" y="2914650"/>
            <a:ext cx="2400300" cy="190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975" b="0">
                <a:solidFill>
                  <a:srgbClr val="94A3B8"/>
                </a:solidFill>
                <a:latin typeface="Hiragino Sans"/>
                <a:ea typeface="Hiragino Sans"/>
                <a:cs typeface="Hiragino Sans"/>
              </a:defRPr>
            </a:pPr>
            <a:r>
              <a:t>改善版学習済みモデル</a:t>
            </a:r>
          </a:p>
        </p:txBody>
      </p:sp>
      <p:sp>
        <p:nvSpPr>
          <p:cNvPr id="24" name="角丸四角形 23">
            <a:extLst>
              <a:ext uri="{FF2B5EF4-FFF2-40B4-BE49-F238E27FC236}">
                <a16:creationId xmlns:a16="http://schemas.microsoft.com/office/drawing/2014/main" id="{054729EE-FFD2-4F34-A181-98F02F9CD8A8}"/>
              </a:ext>
            </a:extLst>
          </p:cNvPr>
          <p:cNvSpPr>
            <a:spLocks noGrp="1"/>
          </p:cNvSpPr>
          <p:nvPr/>
        </p:nvSpPr>
        <p:spPr>
          <a:xfrm>
            <a:off x="4953000" y="3486150"/>
            <a:ext cx="2857500" cy="781050"/>
          </a:xfrm>
          <a:prstGeom prst="roundRect">
            <a:avLst>
              <a:gd name="adj" fmla="val 17073"/>
            </a:avLst>
          </a:prstGeom>
          <a:solidFill>
            <a:srgbClr val="123C3A"/>
          </a:solidFill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63F02436-05D0-4E0A-9EBC-45FE08616D0D}"/>
              </a:ext>
            </a:extLst>
          </p:cNvPr>
          <p:cNvSpPr>
            <a:spLocks noGrp="1"/>
          </p:cNvSpPr>
          <p:nvPr/>
        </p:nvSpPr>
        <p:spPr>
          <a:xfrm>
            <a:off x="5181600" y="3657600"/>
            <a:ext cx="240030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t>loso_metrics.json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3E8F6495-D3CA-4ECA-865C-39A565207917}"/>
              </a:ext>
            </a:extLst>
          </p:cNvPr>
          <p:cNvSpPr>
            <a:spLocks noGrp="1"/>
          </p:cNvSpPr>
          <p:nvPr/>
        </p:nvSpPr>
        <p:spPr>
          <a:xfrm>
            <a:off x="5181600" y="3943350"/>
            <a:ext cx="2400300" cy="190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975" b="0">
                <a:solidFill>
                  <a:srgbClr val="94A3B8"/>
                </a:solidFill>
                <a:latin typeface="Hiragino Sans"/>
                <a:ea typeface="Hiragino Sans"/>
                <a:cs typeface="Hiragino Sans"/>
              </a:defRPr>
            </a:pPr>
            <a:r>
              <a:t>Fold別・全体評価結果</a:t>
            </a:r>
          </a:p>
        </p:txBody>
      </p:sp>
      <p:sp>
        <p:nvSpPr>
          <p:cNvPr id="27" name="角丸四角形 26">
            <a:extLst>
              <a:ext uri="{FF2B5EF4-FFF2-40B4-BE49-F238E27FC236}">
                <a16:creationId xmlns:a16="http://schemas.microsoft.com/office/drawing/2014/main" id="{F885D304-6E19-4F86-91FA-80936BDA9E6E}"/>
              </a:ext>
            </a:extLst>
          </p:cNvPr>
          <p:cNvSpPr>
            <a:spLocks noGrp="1"/>
          </p:cNvSpPr>
          <p:nvPr/>
        </p:nvSpPr>
        <p:spPr>
          <a:xfrm>
            <a:off x="4953000" y="4514850"/>
            <a:ext cx="2857500" cy="781050"/>
          </a:xfrm>
          <a:prstGeom prst="roundRect">
            <a:avLst>
              <a:gd name="adj" fmla="val 17073"/>
            </a:avLst>
          </a:prstGeom>
          <a:solidFill>
            <a:srgbClr val="402238"/>
          </a:solidFill>
          <a:ln w="1905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5F924770-2B71-43D8-8A1C-CB07E3D822B3}"/>
              </a:ext>
            </a:extLst>
          </p:cNvPr>
          <p:cNvSpPr>
            <a:spLocks noGrp="1"/>
          </p:cNvSpPr>
          <p:nvPr/>
        </p:nvSpPr>
        <p:spPr>
          <a:xfrm>
            <a:off x="5181600" y="4686300"/>
            <a:ext cx="240030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500" b="1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t>A.csv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B91A2506-E02C-40D8-9D85-33CE7AA1E4BE}"/>
              </a:ext>
            </a:extLst>
          </p:cNvPr>
          <p:cNvSpPr>
            <a:spLocks noGrp="1"/>
          </p:cNvSpPr>
          <p:nvPr/>
        </p:nvSpPr>
        <p:spPr>
          <a:xfrm>
            <a:off x="5181600" y="4972050"/>
            <a:ext cx="2400300" cy="190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975" b="0">
                <a:solidFill>
                  <a:srgbClr val="94A3B8"/>
                </a:solidFill>
                <a:latin typeface="Hiragino Sans"/>
                <a:ea typeface="Hiragino Sans"/>
                <a:cs typeface="Hiragino Sans"/>
              </a:defRPr>
            </a:pPr>
            <a:r>
              <a:t>提出形式のフレーム予測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0EDEDFE8-16E0-4593-9686-EE1DF85EA29A}"/>
              </a:ext>
            </a:extLst>
          </p:cNvPr>
          <p:cNvSpPr>
            <a:spLocks noGrp="1"/>
          </p:cNvSpPr>
          <p:nvPr/>
        </p:nvSpPr>
        <p:spPr>
          <a:xfrm>
            <a:off x="8382000" y="2114550"/>
            <a:ext cx="285750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FBBF24"/>
                </a:solidFill>
                <a:latin typeface="Hiragino Sans"/>
                <a:ea typeface="Hiragino Sans"/>
                <a:cs typeface="Hiragino Sans"/>
              </a:defRPr>
            </a:pPr>
            <a:r>
              <a:t>LIMITATIONS / NEXT</a:t>
            </a:r>
          </a:p>
        </p:txBody>
      </p:sp>
      <p:sp>
        <p:nvSpPr>
          <p:cNvPr id="31" name="円/楕円 30">
            <a:extLst>
              <a:ext uri="{FF2B5EF4-FFF2-40B4-BE49-F238E27FC236}">
                <a16:creationId xmlns:a16="http://schemas.microsoft.com/office/drawing/2014/main" id="{E3581439-FF9A-4D54-BEAC-4A2AE2210F4D}"/>
              </a:ext>
            </a:extLst>
          </p:cNvPr>
          <p:cNvSpPr>
            <a:spLocks noGrp="1"/>
          </p:cNvSpPr>
          <p:nvPr/>
        </p:nvSpPr>
        <p:spPr>
          <a:xfrm>
            <a:off x="8372475" y="24526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円/楕円 31">
            <a:extLst>
              <a:ext uri="{FF2B5EF4-FFF2-40B4-BE49-F238E27FC236}">
                <a16:creationId xmlns:a16="http://schemas.microsoft.com/office/drawing/2014/main" id="{76436D4D-ED2F-4136-82A8-6D755084905D}"/>
              </a:ext>
            </a:extLst>
          </p:cNvPr>
          <p:cNvSpPr>
            <a:spLocks noGrp="1"/>
          </p:cNvSpPr>
          <p:nvPr/>
        </p:nvSpPr>
        <p:spPr>
          <a:xfrm>
            <a:off x="11315700" y="245268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33" name="直線矢印コネクタ 32"/>
          <p:cNvCxnSpPr>
            <a:stCxn id="31" idx="3"/>
            <a:endCxn id="32" idx="1"/>
          </p:cNvCxnSpPr>
          <p:nvPr/>
        </p:nvCxnSpPr>
        <p:spPr>
          <a:xfrm flipV="1">
            <a:off x="8373870" y="2454083"/>
            <a:ext cx="2943225" cy="6735"/>
          </a:xfrm>
          <a:prstGeom prst="straightConnector1">
            <a:avLst/>
          </a:prstGeom>
          <a:ln w="9525">
            <a:solidFill>
              <a:srgbClr val="243449"/>
            </a:solidFill>
            <a:prstDash val="solid"/>
          </a:ln>
        </p:spPr>
      </p:cxn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EB6D5E71-9D92-436B-A928-9FD05FD521A0}"/>
              </a:ext>
            </a:extLst>
          </p:cNvPr>
          <p:cNvSpPr>
            <a:spLocks noGrp="1"/>
          </p:cNvSpPr>
          <p:nvPr/>
        </p:nvSpPr>
        <p:spPr>
          <a:xfrm>
            <a:off x="8382000" y="2667000"/>
            <a:ext cx="2857500" cy="285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Hiragino Sans"/>
                <a:ea typeface="Hiragino Sans"/>
                <a:cs typeface="Hiragino Sans"/>
              </a:defRPr>
            </a:pPr>
            <a:r>
              <a:t>被験者数は4名</a:t>
            </a: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303A2969-2D5E-4D0E-B614-39D7C4E27A81}"/>
              </a:ext>
            </a:extLst>
          </p:cNvPr>
          <p:cNvSpPr>
            <a:spLocks noGrp="1"/>
          </p:cNvSpPr>
          <p:nvPr/>
        </p:nvSpPr>
        <p:spPr>
          <a:xfrm>
            <a:off x="8382000" y="3086100"/>
            <a:ext cx="2857500" cy="285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94A3B8"/>
                </a:solidFill>
                <a:latin typeface="Hiragino Sans"/>
                <a:ea typeface="Hiragino Sans"/>
                <a:cs typeface="Hiragino Sans"/>
              </a:defRPr>
            </a:pPr>
            <a:r>
              <a:t>被験者3のドメイン差が残る</a:t>
            </a: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1F90BBD5-C385-4524-8121-00F2F2679365}"/>
              </a:ext>
            </a:extLst>
          </p:cNvPr>
          <p:cNvSpPr>
            <a:spLocks noGrp="1"/>
          </p:cNvSpPr>
          <p:nvPr/>
        </p:nvSpPr>
        <p:spPr>
          <a:xfrm>
            <a:off x="8382000" y="3486150"/>
            <a:ext cx="2857500" cy="285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94A3B8"/>
                </a:solidFill>
                <a:latin typeface="Hiragino Sans"/>
                <a:ea typeface="Hiragino Sans"/>
                <a:cs typeface="Hiragino Sans"/>
              </a:defRPr>
            </a:pPr>
            <a:r>
              <a:t>短い入力ではz-scoreが不安定</a:t>
            </a:r>
          </a:p>
        </p:txBody>
      </p:sp>
      <p:sp>
        <p:nvSpPr>
          <p:cNvPr id="37" name="円/楕円 36">
            <a:extLst>
              <a:ext uri="{FF2B5EF4-FFF2-40B4-BE49-F238E27FC236}">
                <a16:creationId xmlns:a16="http://schemas.microsoft.com/office/drawing/2014/main" id="{BF324E08-85C6-46BC-B257-08E693F23B88}"/>
              </a:ext>
            </a:extLst>
          </p:cNvPr>
          <p:cNvSpPr>
            <a:spLocks noGrp="1"/>
          </p:cNvSpPr>
          <p:nvPr/>
        </p:nvSpPr>
        <p:spPr>
          <a:xfrm>
            <a:off x="8372475" y="399573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円/楕円 37">
            <a:extLst>
              <a:ext uri="{FF2B5EF4-FFF2-40B4-BE49-F238E27FC236}">
                <a16:creationId xmlns:a16="http://schemas.microsoft.com/office/drawing/2014/main" id="{E20989F2-25BB-4683-9982-E8CAE83ABF14}"/>
              </a:ext>
            </a:extLst>
          </p:cNvPr>
          <p:cNvSpPr>
            <a:spLocks noGrp="1"/>
          </p:cNvSpPr>
          <p:nvPr/>
        </p:nvSpPr>
        <p:spPr>
          <a:xfrm>
            <a:off x="11315700" y="399573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39" name="直線矢印コネクタ 38"/>
          <p:cNvCxnSpPr>
            <a:stCxn id="37" idx="3"/>
            <a:endCxn id="38" idx="1"/>
          </p:cNvCxnSpPr>
          <p:nvPr/>
        </p:nvCxnSpPr>
        <p:spPr>
          <a:xfrm flipV="1">
            <a:off x="8373870" y="3997133"/>
            <a:ext cx="2943225" cy="6735"/>
          </a:xfrm>
          <a:prstGeom prst="straightConnector1">
            <a:avLst/>
          </a:prstGeom>
          <a:ln w="9525">
            <a:solidFill>
              <a:srgbClr val="243449"/>
            </a:solidFill>
            <a:prstDash val="solid"/>
          </a:ln>
        </p:spPr>
      </p:cxn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B0769180-E0C6-41DD-9FCA-3EC20A11B2D3}"/>
              </a:ext>
            </a:extLst>
          </p:cNvPr>
          <p:cNvSpPr>
            <a:spLocks noGrp="1"/>
          </p:cNvSpPr>
          <p:nvPr/>
        </p:nvSpPr>
        <p:spPr>
          <a:xfrm>
            <a:off x="8382000" y="4229100"/>
            <a:ext cx="85725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38BDF8"/>
                </a:solidFill>
                <a:latin typeface="Hiragino Sans"/>
                <a:ea typeface="Hiragino Sans"/>
                <a:cs typeface="Hiragino Sans"/>
              </a:defRPr>
            </a:pPr>
            <a:r>
              <a:t>NEXT</a:t>
            </a: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BB039F3D-E51A-47F1-82EB-FCFAF722172B}"/>
              </a:ext>
            </a:extLst>
          </p:cNvPr>
          <p:cNvSpPr>
            <a:spLocks noGrp="1"/>
          </p:cNvSpPr>
          <p:nvPr/>
        </p:nvSpPr>
        <p:spPr>
          <a:xfrm>
            <a:off x="8382000" y="4572000"/>
            <a:ext cx="285750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F8FAFC"/>
                </a:solidFill>
                <a:latin typeface="Hiragino Sans"/>
                <a:ea typeface="Hiragino Sans"/>
                <a:cs typeface="Hiragino Sans"/>
              </a:defRPr>
            </a:pPr>
            <a:r>
              <a:t>マルチスケール時間特徴</a:t>
            </a: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A514F524-175B-426C-BBB0-55E75E0CFC82}"/>
              </a:ext>
            </a:extLst>
          </p:cNvPr>
          <p:cNvSpPr>
            <a:spLocks noGrp="1"/>
          </p:cNvSpPr>
          <p:nvPr/>
        </p:nvSpPr>
        <p:spPr>
          <a:xfrm>
            <a:off x="8382000" y="4953000"/>
            <a:ext cx="285750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F8FAFC"/>
                </a:solidFill>
                <a:latin typeface="Hiragino Sans"/>
                <a:ea typeface="Hiragino Sans"/>
                <a:cs typeface="Hiragino Sans"/>
              </a:defRPr>
            </a:pPr>
            <a:r>
              <a:t>左右反転拡張・時間平滑化</a:t>
            </a: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4C5335EF-A0D8-4345-ADD7-F41B34420446}"/>
              </a:ext>
            </a:extLst>
          </p:cNvPr>
          <p:cNvSpPr>
            <a:spLocks noGrp="1"/>
          </p:cNvSpPr>
          <p:nvPr/>
        </p:nvSpPr>
        <p:spPr>
          <a:xfrm>
            <a:off x="8382000" y="5334000"/>
            <a:ext cx="285750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F8FAFC"/>
                </a:solidFill>
                <a:latin typeface="Hiragino Sans"/>
                <a:ea typeface="Hiragino Sans"/>
                <a:cs typeface="Hiragino Sans"/>
              </a:defRPr>
            </a:pPr>
            <a:r>
              <a:t>内側LOSOによる閾値調整</a:t>
            </a:r>
          </a:p>
        </p:txBody>
      </p:sp>
      <p:sp>
        <p:nvSpPr>
          <p:cNvPr id="44" name="角丸四角形 43">
            <a:extLst>
              <a:ext uri="{FF2B5EF4-FFF2-40B4-BE49-F238E27FC236}">
                <a16:creationId xmlns:a16="http://schemas.microsoft.com/office/drawing/2014/main" id="{5F303C77-88E4-4949-A6C5-65E9D14FB259}"/>
              </a:ext>
            </a:extLst>
          </p:cNvPr>
          <p:cNvSpPr>
            <a:spLocks noGrp="1"/>
          </p:cNvSpPr>
          <p:nvPr/>
        </p:nvSpPr>
        <p:spPr>
          <a:xfrm>
            <a:off x="571500" y="5905500"/>
            <a:ext cx="10744200" cy="304800"/>
          </a:xfrm>
          <a:prstGeom prst="roundRect">
            <a:avLst>
              <a:gd name="adj" fmla="val 25000"/>
            </a:avLst>
          </a:prstGeom>
          <a:solidFill>
            <a:srgbClr val="F5F7F8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3FB71B2A-32D5-4C91-BAC2-E60F55B1874A}"/>
              </a:ext>
            </a:extLst>
          </p:cNvPr>
          <p:cNvSpPr>
            <a:spLocks noGrp="1"/>
          </p:cNvSpPr>
          <p:nvPr/>
        </p:nvSpPr>
        <p:spPr>
          <a:xfrm>
            <a:off x="781050" y="5953125"/>
            <a:ext cx="10325100" cy="209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125" b="1">
                <a:solidFill>
                  <a:srgbClr val="132033"/>
                </a:solidFill>
                <a:latin typeface="Hiragino Sans"/>
                <a:ea typeface="Hiragino Sans"/>
                <a:cs typeface="Hiragino Sans"/>
              </a:defRPr>
            </a:pPr>
            <a:r>
              <a:t>元データとNotebookは変更せず、コード・モデル・評価・予測を新規作成</a:t>
            </a:r>
          </a:p>
        </p:txBody>
      </p:sp>
    </p:spTree>
    <p:extLst>
      <p:ext uri="{BB962C8B-B14F-4D97-AF65-F5344CB8AC3E}">
        <p14:creationId xmlns:p14="http://schemas.microsoft.com/office/powerpoint/2010/main" val="705806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テーマ">
  <a:themeElements>
    <a:clrScheme name="Office 2013 - 2022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2013 - 2022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738</Words>
  <Application>Microsoft Macintosh PowerPoint</Application>
  <DocSecurity>0</DocSecurity>
  <PresentationFormat>ワイド画面</PresentationFormat>
  <Paragraphs>240</Paragraphs>
  <Slides>10</Slides>
  <Notes>10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2013 - 2022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KUROKAWA Seigo</cp:lastModifiedBy>
  <cp:revision>1</cp:revision>
  <dcterms:created xsi:type="dcterms:W3CDTF">2026-06-12T08:26:09Z</dcterms:created>
  <dcterms:modified xsi:type="dcterms:W3CDTF">2026-06-17T02:12:43Z</dcterms:modified>
</cp:coreProperties>
</file>